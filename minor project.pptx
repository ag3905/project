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B81D304-3890-4A2A-A93D-F21EA8F19A75}">
          <p14:sldIdLst>
            <p14:sldId id="256"/>
            <p14:sldId id="257"/>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0CE5EF-21DF-4ABE-89B0-4C85EF7CA17C}"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en-IN"/>
        </a:p>
      </dgm:t>
    </dgm:pt>
    <dgm:pt modelId="{64FE3F84-8882-4B61-8F42-A29EEA5B9662}">
      <dgm:prSet/>
      <dgm:spPr/>
      <dgm:t>
        <a:bodyPr/>
        <a:lstStyle/>
        <a:p>
          <a:r>
            <a:rPr lang="en-US" dirty="0"/>
            <a:t>Introduction</a:t>
          </a:r>
          <a:endParaRPr lang="en-IN" dirty="0"/>
        </a:p>
      </dgm:t>
    </dgm:pt>
    <dgm:pt modelId="{9253F65E-9D62-4A05-983B-0CAFD0792C61}" type="parTrans" cxnId="{2C85A8F9-4696-4F81-8970-04DA06D0ECB7}">
      <dgm:prSet/>
      <dgm:spPr/>
      <dgm:t>
        <a:bodyPr/>
        <a:lstStyle/>
        <a:p>
          <a:endParaRPr lang="en-IN"/>
        </a:p>
      </dgm:t>
    </dgm:pt>
    <dgm:pt modelId="{B8C2671B-D739-4434-83C3-68F1441B27E0}" type="sibTrans" cxnId="{2C85A8F9-4696-4F81-8970-04DA06D0ECB7}">
      <dgm:prSet/>
      <dgm:spPr/>
      <dgm:t>
        <a:bodyPr/>
        <a:lstStyle/>
        <a:p>
          <a:endParaRPr lang="en-IN"/>
        </a:p>
      </dgm:t>
    </dgm:pt>
    <dgm:pt modelId="{9FD6F45F-3C88-4F2B-B461-C70CF48E5475}">
      <dgm:prSet/>
      <dgm:spPr/>
      <dgm:t>
        <a:bodyPr/>
        <a:lstStyle/>
        <a:p>
          <a:r>
            <a:rPr lang="en-US"/>
            <a:t>Abstract</a:t>
          </a:r>
          <a:endParaRPr lang="en-IN"/>
        </a:p>
      </dgm:t>
    </dgm:pt>
    <dgm:pt modelId="{5DE87FA2-02AC-44AA-8A2C-C50D7E5DB113}" type="parTrans" cxnId="{A5B065EB-4A9D-4B37-AA3D-3E2384144072}">
      <dgm:prSet/>
      <dgm:spPr/>
      <dgm:t>
        <a:bodyPr/>
        <a:lstStyle/>
        <a:p>
          <a:endParaRPr lang="en-IN"/>
        </a:p>
      </dgm:t>
    </dgm:pt>
    <dgm:pt modelId="{836B634C-8BBF-4DFF-B685-ABB3FF95E560}" type="sibTrans" cxnId="{A5B065EB-4A9D-4B37-AA3D-3E2384144072}">
      <dgm:prSet/>
      <dgm:spPr/>
      <dgm:t>
        <a:bodyPr/>
        <a:lstStyle/>
        <a:p>
          <a:endParaRPr lang="en-IN"/>
        </a:p>
      </dgm:t>
    </dgm:pt>
    <dgm:pt modelId="{13528792-5AA0-451B-95E1-F7901E89BCEB}">
      <dgm:prSet/>
      <dgm:spPr/>
      <dgm:t>
        <a:bodyPr/>
        <a:lstStyle/>
        <a:p>
          <a:r>
            <a:rPr lang="en-US"/>
            <a:t>Problem Statement</a:t>
          </a:r>
          <a:endParaRPr lang="en-IN"/>
        </a:p>
      </dgm:t>
    </dgm:pt>
    <dgm:pt modelId="{65C5FF32-83A7-43D7-87E2-B6B277621693}" type="parTrans" cxnId="{0A65FD57-C507-4D3B-B119-B51FC8F3A7E0}">
      <dgm:prSet/>
      <dgm:spPr/>
      <dgm:t>
        <a:bodyPr/>
        <a:lstStyle/>
        <a:p>
          <a:endParaRPr lang="en-IN"/>
        </a:p>
      </dgm:t>
    </dgm:pt>
    <dgm:pt modelId="{5D98F430-82C4-4868-8800-56F60174E336}" type="sibTrans" cxnId="{0A65FD57-C507-4D3B-B119-B51FC8F3A7E0}">
      <dgm:prSet/>
      <dgm:spPr/>
      <dgm:t>
        <a:bodyPr/>
        <a:lstStyle/>
        <a:p>
          <a:endParaRPr lang="en-IN"/>
        </a:p>
      </dgm:t>
    </dgm:pt>
    <dgm:pt modelId="{DAFEEA31-4AE6-43FD-A948-26235C8CD0B6}">
      <dgm:prSet/>
      <dgm:spPr/>
      <dgm:t>
        <a:bodyPr/>
        <a:lstStyle/>
        <a:p>
          <a:r>
            <a:rPr lang="en-US"/>
            <a:t>Technology Stack</a:t>
          </a:r>
          <a:endParaRPr lang="en-IN"/>
        </a:p>
      </dgm:t>
    </dgm:pt>
    <dgm:pt modelId="{240587CB-6F1B-4D38-A495-DACCFADFD336}" type="parTrans" cxnId="{2D0D7F63-1F0D-4D8F-9352-44E19A1DDF19}">
      <dgm:prSet/>
      <dgm:spPr/>
      <dgm:t>
        <a:bodyPr/>
        <a:lstStyle/>
        <a:p>
          <a:endParaRPr lang="en-IN"/>
        </a:p>
      </dgm:t>
    </dgm:pt>
    <dgm:pt modelId="{1D7738B7-BD66-4090-BD31-12E23710BD5F}" type="sibTrans" cxnId="{2D0D7F63-1F0D-4D8F-9352-44E19A1DDF19}">
      <dgm:prSet/>
      <dgm:spPr/>
      <dgm:t>
        <a:bodyPr/>
        <a:lstStyle/>
        <a:p>
          <a:endParaRPr lang="en-IN"/>
        </a:p>
      </dgm:t>
    </dgm:pt>
    <dgm:pt modelId="{942FE021-B507-46E1-AA12-7EB6A9285131}">
      <dgm:prSet/>
      <dgm:spPr/>
      <dgm:t>
        <a:bodyPr/>
        <a:lstStyle/>
        <a:p>
          <a:r>
            <a:rPr lang="en-US"/>
            <a:t>Advantages &amp; Limitations</a:t>
          </a:r>
          <a:endParaRPr lang="en-IN"/>
        </a:p>
      </dgm:t>
    </dgm:pt>
    <dgm:pt modelId="{E8B12FE6-D720-4150-A1F3-45A84C97F856}" type="parTrans" cxnId="{15F14084-FB31-43B5-B48D-49B1567A7874}">
      <dgm:prSet/>
      <dgm:spPr/>
      <dgm:t>
        <a:bodyPr/>
        <a:lstStyle/>
        <a:p>
          <a:endParaRPr lang="en-IN"/>
        </a:p>
      </dgm:t>
    </dgm:pt>
    <dgm:pt modelId="{0D97A614-BC10-4908-9212-8C903789736E}" type="sibTrans" cxnId="{15F14084-FB31-43B5-B48D-49B1567A7874}">
      <dgm:prSet/>
      <dgm:spPr/>
      <dgm:t>
        <a:bodyPr/>
        <a:lstStyle/>
        <a:p>
          <a:endParaRPr lang="en-IN"/>
        </a:p>
      </dgm:t>
    </dgm:pt>
    <dgm:pt modelId="{F231CD10-73B8-4F5F-AA9A-D9891FE9BCBF}">
      <dgm:prSet/>
      <dgm:spPr/>
      <dgm:t>
        <a:bodyPr/>
        <a:lstStyle/>
        <a:p>
          <a:r>
            <a:rPr lang="en-US"/>
            <a:t>Conclusion</a:t>
          </a:r>
          <a:endParaRPr lang="en-IN"/>
        </a:p>
      </dgm:t>
    </dgm:pt>
    <dgm:pt modelId="{2FB8216D-E9E1-47AC-BA41-8C5802F28234}" type="parTrans" cxnId="{A7D7B621-D157-4931-A232-C15A55C16BB1}">
      <dgm:prSet/>
      <dgm:spPr/>
      <dgm:t>
        <a:bodyPr/>
        <a:lstStyle/>
        <a:p>
          <a:endParaRPr lang="en-IN"/>
        </a:p>
      </dgm:t>
    </dgm:pt>
    <dgm:pt modelId="{B0AC8DE0-6511-4613-B392-E6A4971E7D68}" type="sibTrans" cxnId="{A7D7B621-D157-4931-A232-C15A55C16BB1}">
      <dgm:prSet/>
      <dgm:spPr/>
      <dgm:t>
        <a:bodyPr/>
        <a:lstStyle/>
        <a:p>
          <a:endParaRPr lang="en-IN"/>
        </a:p>
      </dgm:t>
    </dgm:pt>
    <dgm:pt modelId="{44CC5694-0CC5-4A70-8F67-871E0B6F7663}" type="pres">
      <dgm:prSet presAssocID="{970CE5EF-21DF-4ABE-89B0-4C85EF7CA17C}" presName="compositeShape" presStyleCnt="0">
        <dgm:presLayoutVars>
          <dgm:dir/>
          <dgm:resizeHandles/>
        </dgm:presLayoutVars>
      </dgm:prSet>
      <dgm:spPr/>
    </dgm:pt>
    <dgm:pt modelId="{426692F2-7B83-4C61-8C77-FB184C575752}" type="pres">
      <dgm:prSet presAssocID="{970CE5EF-21DF-4ABE-89B0-4C85EF7CA17C}" presName="pyramid" presStyleLbl="node1" presStyleIdx="0" presStyleCnt="1"/>
      <dgm:spPr/>
    </dgm:pt>
    <dgm:pt modelId="{9B7F7956-2ACA-4BEE-88D1-3FF6A6E2B606}" type="pres">
      <dgm:prSet presAssocID="{970CE5EF-21DF-4ABE-89B0-4C85EF7CA17C}" presName="theList" presStyleCnt="0"/>
      <dgm:spPr/>
    </dgm:pt>
    <dgm:pt modelId="{3119BDB9-44C6-40A4-B9B1-D1DBAC29B4E6}" type="pres">
      <dgm:prSet presAssocID="{64FE3F84-8882-4B61-8F42-A29EEA5B9662}" presName="aNode" presStyleLbl="fgAcc1" presStyleIdx="0" presStyleCnt="6">
        <dgm:presLayoutVars>
          <dgm:bulletEnabled val="1"/>
        </dgm:presLayoutVars>
      </dgm:prSet>
      <dgm:spPr/>
    </dgm:pt>
    <dgm:pt modelId="{30A7DDDB-3C44-4602-8A01-F033D592551C}" type="pres">
      <dgm:prSet presAssocID="{64FE3F84-8882-4B61-8F42-A29EEA5B9662}" presName="aSpace" presStyleCnt="0"/>
      <dgm:spPr/>
    </dgm:pt>
    <dgm:pt modelId="{42D57CC4-5DD3-41EE-81DF-C34AE8D9A780}" type="pres">
      <dgm:prSet presAssocID="{9FD6F45F-3C88-4F2B-B461-C70CF48E5475}" presName="aNode" presStyleLbl="fgAcc1" presStyleIdx="1" presStyleCnt="6">
        <dgm:presLayoutVars>
          <dgm:bulletEnabled val="1"/>
        </dgm:presLayoutVars>
      </dgm:prSet>
      <dgm:spPr/>
    </dgm:pt>
    <dgm:pt modelId="{CE73BE48-2103-43BA-A86C-C74F09D986DA}" type="pres">
      <dgm:prSet presAssocID="{9FD6F45F-3C88-4F2B-B461-C70CF48E5475}" presName="aSpace" presStyleCnt="0"/>
      <dgm:spPr/>
    </dgm:pt>
    <dgm:pt modelId="{E9CB4935-FE97-47C6-86C6-A94CD9B7D453}" type="pres">
      <dgm:prSet presAssocID="{13528792-5AA0-451B-95E1-F7901E89BCEB}" presName="aNode" presStyleLbl="fgAcc1" presStyleIdx="2" presStyleCnt="6">
        <dgm:presLayoutVars>
          <dgm:bulletEnabled val="1"/>
        </dgm:presLayoutVars>
      </dgm:prSet>
      <dgm:spPr/>
    </dgm:pt>
    <dgm:pt modelId="{516FAB61-1F43-4E6B-A529-83EA26E9E0A1}" type="pres">
      <dgm:prSet presAssocID="{13528792-5AA0-451B-95E1-F7901E89BCEB}" presName="aSpace" presStyleCnt="0"/>
      <dgm:spPr/>
    </dgm:pt>
    <dgm:pt modelId="{26AF98CE-0270-4B32-B4A6-B705A3A4E2F7}" type="pres">
      <dgm:prSet presAssocID="{DAFEEA31-4AE6-43FD-A948-26235C8CD0B6}" presName="aNode" presStyleLbl="fgAcc1" presStyleIdx="3" presStyleCnt="6">
        <dgm:presLayoutVars>
          <dgm:bulletEnabled val="1"/>
        </dgm:presLayoutVars>
      </dgm:prSet>
      <dgm:spPr/>
    </dgm:pt>
    <dgm:pt modelId="{23772E29-68B2-46E5-9777-8B646A0C3288}" type="pres">
      <dgm:prSet presAssocID="{DAFEEA31-4AE6-43FD-A948-26235C8CD0B6}" presName="aSpace" presStyleCnt="0"/>
      <dgm:spPr/>
    </dgm:pt>
    <dgm:pt modelId="{B69D5774-9992-4E60-86CC-FD951AD7084F}" type="pres">
      <dgm:prSet presAssocID="{942FE021-B507-46E1-AA12-7EB6A9285131}" presName="aNode" presStyleLbl="fgAcc1" presStyleIdx="4" presStyleCnt="6">
        <dgm:presLayoutVars>
          <dgm:bulletEnabled val="1"/>
        </dgm:presLayoutVars>
      </dgm:prSet>
      <dgm:spPr/>
    </dgm:pt>
    <dgm:pt modelId="{793DD4D7-155B-4386-98C7-23A1ADCA3B93}" type="pres">
      <dgm:prSet presAssocID="{942FE021-B507-46E1-AA12-7EB6A9285131}" presName="aSpace" presStyleCnt="0"/>
      <dgm:spPr/>
    </dgm:pt>
    <dgm:pt modelId="{4B54877E-984A-4DEF-9522-B61174569EE4}" type="pres">
      <dgm:prSet presAssocID="{F231CD10-73B8-4F5F-AA9A-D9891FE9BCBF}" presName="aNode" presStyleLbl="fgAcc1" presStyleIdx="5" presStyleCnt="6">
        <dgm:presLayoutVars>
          <dgm:bulletEnabled val="1"/>
        </dgm:presLayoutVars>
      </dgm:prSet>
      <dgm:spPr/>
    </dgm:pt>
    <dgm:pt modelId="{301BECE9-038F-440C-AB51-AB9CDC6BC861}" type="pres">
      <dgm:prSet presAssocID="{F231CD10-73B8-4F5F-AA9A-D9891FE9BCBF}" presName="aSpace" presStyleCnt="0"/>
      <dgm:spPr/>
    </dgm:pt>
  </dgm:ptLst>
  <dgm:cxnLst>
    <dgm:cxn modelId="{06C98103-7B48-4289-A818-7D71128F7C46}" type="presOf" srcId="{F231CD10-73B8-4F5F-AA9A-D9891FE9BCBF}" destId="{4B54877E-984A-4DEF-9522-B61174569EE4}" srcOrd="0" destOrd="0" presId="urn:microsoft.com/office/officeart/2005/8/layout/pyramid2"/>
    <dgm:cxn modelId="{A7D7B621-D157-4931-A232-C15A55C16BB1}" srcId="{970CE5EF-21DF-4ABE-89B0-4C85EF7CA17C}" destId="{F231CD10-73B8-4F5F-AA9A-D9891FE9BCBF}" srcOrd="5" destOrd="0" parTransId="{2FB8216D-E9E1-47AC-BA41-8C5802F28234}" sibTransId="{B0AC8DE0-6511-4613-B392-E6A4971E7D68}"/>
    <dgm:cxn modelId="{8382175E-FE26-44A3-95CA-3013A02168F7}" type="presOf" srcId="{942FE021-B507-46E1-AA12-7EB6A9285131}" destId="{B69D5774-9992-4E60-86CC-FD951AD7084F}" srcOrd="0" destOrd="0" presId="urn:microsoft.com/office/officeart/2005/8/layout/pyramid2"/>
    <dgm:cxn modelId="{2D0D7F63-1F0D-4D8F-9352-44E19A1DDF19}" srcId="{970CE5EF-21DF-4ABE-89B0-4C85EF7CA17C}" destId="{DAFEEA31-4AE6-43FD-A948-26235C8CD0B6}" srcOrd="3" destOrd="0" parTransId="{240587CB-6F1B-4D38-A495-DACCFADFD336}" sibTransId="{1D7738B7-BD66-4090-BD31-12E23710BD5F}"/>
    <dgm:cxn modelId="{706B0D6B-844C-448A-94A2-8590A793F973}" type="presOf" srcId="{13528792-5AA0-451B-95E1-F7901E89BCEB}" destId="{E9CB4935-FE97-47C6-86C6-A94CD9B7D453}" srcOrd="0" destOrd="0" presId="urn:microsoft.com/office/officeart/2005/8/layout/pyramid2"/>
    <dgm:cxn modelId="{0A65FD57-C507-4D3B-B119-B51FC8F3A7E0}" srcId="{970CE5EF-21DF-4ABE-89B0-4C85EF7CA17C}" destId="{13528792-5AA0-451B-95E1-F7901E89BCEB}" srcOrd="2" destOrd="0" parTransId="{65C5FF32-83A7-43D7-87E2-B6B277621693}" sibTransId="{5D98F430-82C4-4868-8800-56F60174E336}"/>
    <dgm:cxn modelId="{15F14084-FB31-43B5-B48D-49B1567A7874}" srcId="{970CE5EF-21DF-4ABE-89B0-4C85EF7CA17C}" destId="{942FE021-B507-46E1-AA12-7EB6A9285131}" srcOrd="4" destOrd="0" parTransId="{E8B12FE6-D720-4150-A1F3-45A84C97F856}" sibTransId="{0D97A614-BC10-4908-9212-8C903789736E}"/>
    <dgm:cxn modelId="{E705D3A2-63B8-4A78-929D-6D9BB9DB933F}" type="presOf" srcId="{64FE3F84-8882-4B61-8F42-A29EEA5B9662}" destId="{3119BDB9-44C6-40A4-B9B1-D1DBAC29B4E6}" srcOrd="0" destOrd="0" presId="urn:microsoft.com/office/officeart/2005/8/layout/pyramid2"/>
    <dgm:cxn modelId="{388686BD-9C91-49F1-9B84-4EA1C8371951}" type="presOf" srcId="{DAFEEA31-4AE6-43FD-A948-26235C8CD0B6}" destId="{26AF98CE-0270-4B32-B4A6-B705A3A4E2F7}" srcOrd="0" destOrd="0" presId="urn:microsoft.com/office/officeart/2005/8/layout/pyramid2"/>
    <dgm:cxn modelId="{B3D984BF-2DCE-4854-A46E-57346DE378BD}" type="presOf" srcId="{970CE5EF-21DF-4ABE-89B0-4C85EF7CA17C}" destId="{44CC5694-0CC5-4A70-8F67-871E0B6F7663}" srcOrd="0" destOrd="0" presId="urn:microsoft.com/office/officeart/2005/8/layout/pyramid2"/>
    <dgm:cxn modelId="{4F87F5D8-2028-4876-867A-0131947EE0EC}" type="presOf" srcId="{9FD6F45F-3C88-4F2B-B461-C70CF48E5475}" destId="{42D57CC4-5DD3-41EE-81DF-C34AE8D9A780}" srcOrd="0" destOrd="0" presId="urn:microsoft.com/office/officeart/2005/8/layout/pyramid2"/>
    <dgm:cxn modelId="{A5B065EB-4A9D-4B37-AA3D-3E2384144072}" srcId="{970CE5EF-21DF-4ABE-89B0-4C85EF7CA17C}" destId="{9FD6F45F-3C88-4F2B-B461-C70CF48E5475}" srcOrd="1" destOrd="0" parTransId="{5DE87FA2-02AC-44AA-8A2C-C50D7E5DB113}" sibTransId="{836B634C-8BBF-4DFF-B685-ABB3FF95E560}"/>
    <dgm:cxn modelId="{2C85A8F9-4696-4F81-8970-04DA06D0ECB7}" srcId="{970CE5EF-21DF-4ABE-89B0-4C85EF7CA17C}" destId="{64FE3F84-8882-4B61-8F42-A29EEA5B9662}" srcOrd="0" destOrd="0" parTransId="{9253F65E-9D62-4A05-983B-0CAFD0792C61}" sibTransId="{B8C2671B-D739-4434-83C3-68F1441B27E0}"/>
    <dgm:cxn modelId="{5E21E747-24DE-45A2-9742-F574BBC7C79F}" type="presParOf" srcId="{44CC5694-0CC5-4A70-8F67-871E0B6F7663}" destId="{426692F2-7B83-4C61-8C77-FB184C575752}" srcOrd="0" destOrd="0" presId="urn:microsoft.com/office/officeart/2005/8/layout/pyramid2"/>
    <dgm:cxn modelId="{3A86B80F-7362-4A8F-8E13-992AAB95FF73}" type="presParOf" srcId="{44CC5694-0CC5-4A70-8F67-871E0B6F7663}" destId="{9B7F7956-2ACA-4BEE-88D1-3FF6A6E2B606}" srcOrd="1" destOrd="0" presId="urn:microsoft.com/office/officeart/2005/8/layout/pyramid2"/>
    <dgm:cxn modelId="{2DAECB9F-A908-4400-BBF6-21E29CD469A2}" type="presParOf" srcId="{9B7F7956-2ACA-4BEE-88D1-3FF6A6E2B606}" destId="{3119BDB9-44C6-40A4-B9B1-D1DBAC29B4E6}" srcOrd="0" destOrd="0" presId="urn:microsoft.com/office/officeart/2005/8/layout/pyramid2"/>
    <dgm:cxn modelId="{0E37D284-20FA-4E27-B9E9-3AC38493659E}" type="presParOf" srcId="{9B7F7956-2ACA-4BEE-88D1-3FF6A6E2B606}" destId="{30A7DDDB-3C44-4602-8A01-F033D592551C}" srcOrd="1" destOrd="0" presId="urn:microsoft.com/office/officeart/2005/8/layout/pyramid2"/>
    <dgm:cxn modelId="{3786AC8B-A8FD-47EA-A505-73A4C964D79F}" type="presParOf" srcId="{9B7F7956-2ACA-4BEE-88D1-3FF6A6E2B606}" destId="{42D57CC4-5DD3-41EE-81DF-C34AE8D9A780}" srcOrd="2" destOrd="0" presId="urn:microsoft.com/office/officeart/2005/8/layout/pyramid2"/>
    <dgm:cxn modelId="{33F23794-F4AE-4BA6-A667-1F3A4EDECC8D}" type="presParOf" srcId="{9B7F7956-2ACA-4BEE-88D1-3FF6A6E2B606}" destId="{CE73BE48-2103-43BA-A86C-C74F09D986DA}" srcOrd="3" destOrd="0" presId="urn:microsoft.com/office/officeart/2005/8/layout/pyramid2"/>
    <dgm:cxn modelId="{FFFDFC51-FC31-42D5-B476-4E2B85051079}" type="presParOf" srcId="{9B7F7956-2ACA-4BEE-88D1-3FF6A6E2B606}" destId="{E9CB4935-FE97-47C6-86C6-A94CD9B7D453}" srcOrd="4" destOrd="0" presId="urn:microsoft.com/office/officeart/2005/8/layout/pyramid2"/>
    <dgm:cxn modelId="{E148B482-A6B4-4CEE-B709-BA78D58DDDA3}" type="presParOf" srcId="{9B7F7956-2ACA-4BEE-88D1-3FF6A6E2B606}" destId="{516FAB61-1F43-4E6B-A529-83EA26E9E0A1}" srcOrd="5" destOrd="0" presId="urn:microsoft.com/office/officeart/2005/8/layout/pyramid2"/>
    <dgm:cxn modelId="{130D6624-58BD-4B27-B7A6-176A88AE0C9A}" type="presParOf" srcId="{9B7F7956-2ACA-4BEE-88D1-3FF6A6E2B606}" destId="{26AF98CE-0270-4B32-B4A6-B705A3A4E2F7}" srcOrd="6" destOrd="0" presId="urn:microsoft.com/office/officeart/2005/8/layout/pyramid2"/>
    <dgm:cxn modelId="{C6541D2E-14B6-46F0-B1EA-A6A1D9CF70E2}" type="presParOf" srcId="{9B7F7956-2ACA-4BEE-88D1-3FF6A6E2B606}" destId="{23772E29-68B2-46E5-9777-8B646A0C3288}" srcOrd="7" destOrd="0" presId="urn:microsoft.com/office/officeart/2005/8/layout/pyramid2"/>
    <dgm:cxn modelId="{2C102A33-F915-47C1-96B4-54D43F18DAC0}" type="presParOf" srcId="{9B7F7956-2ACA-4BEE-88D1-3FF6A6E2B606}" destId="{B69D5774-9992-4E60-86CC-FD951AD7084F}" srcOrd="8" destOrd="0" presId="urn:microsoft.com/office/officeart/2005/8/layout/pyramid2"/>
    <dgm:cxn modelId="{D7B8A964-6BFB-4372-B363-29159B0C1016}" type="presParOf" srcId="{9B7F7956-2ACA-4BEE-88D1-3FF6A6E2B606}" destId="{793DD4D7-155B-4386-98C7-23A1ADCA3B93}" srcOrd="9" destOrd="0" presId="urn:microsoft.com/office/officeart/2005/8/layout/pyramid2"/>
    <dgm:cxn modelId="{AC435932-CFC6-4979-BB04-C8A97E9348B1}" type="presParOf" srcId="{9B7F7956-2ACA-4BEE-88D1-3FF6A6E2B606}" destId="{4B54877E-984A-4DEF-9522-B61174569EE4}" srcOrd="10" destOrd="0" presId="urn:microsoft.com/office/officeart/2005/8/layout/pyramid2"/>
    <dgm:cxn modelId="{0976A0C0-69AA-4C2D-A772-171DB964CF57}" type="presParOf" srcId="{9B7F7956-2ACA-4BEE-88D1-3FF6A6E2B606}" destId="{301BECE9-038F-440C-AB51-AB9CDC6BC861}" srcOrd="11"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12E93E-19B2-49D0-9271-39AD132321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B4C7ECC-3B85-4361-8969-28EF5AD534A7}">
      <dgm:prSet/>
      <dgm:spPr/>
      <dgm:t>
        <a:bodyPr/>
        <a:lstStyle/>
        <a:p>
          <a:r>
            <a:rPr lang="en-US" dirty="0"/>
            <a:t>Restaurant often face long queues and service delays.</a:t>
          </a:r>
          <a:endParaRPr lang="en-IN" dirty="0"/>
        </a:p>
      </dgm:t>
    </dgm:pt>
    <dgm:pt modelId="{9BB09C9C-EE7C-4261-BF83-2F9403404E8E}" type="parTrans" cxnId="{01F7D251-0ABF-49B3-920D-36A451F040E9}">
      <dgm:prSet/>
      <dgm:spPr/>
      <dgm:t>
        <a:bodyPr/>
        <a:lstStyle/>
        <a:p>
          <a:endParaRPr lang="en-IN"/>
        </a:p>
      </dgm:t>
    </dgm:pt>
    <dgm:pt modelId="{D5884188-7C8B-4439-B71B-EC6156773B95}" type="sibTrans" cxnId="{01F7D251-0ABF-49B3-920D-36A451F040E9}">
      <dgm:prSet/>
      <dgm:spPr/>
      <dgm:t>
        <a:bodyPr/>
        <a:lstStyle/>
        <a:p>
          <a:endParaRPr lang="en-IN"/>
        </a:p>
      </dgm:t>
    </dgm:pt>
    <dgm:pt modelId="{70FC32BB-C0C4-4466-8F74-24E936E0CBC0}">
      <dgm:prSet/>
      <dgm:spPr/>
      <dgm:t>
        <a:bodyPr/>
        <a:lstStyle/>
        <a:p>
          <a:pPr>
            <a:buFont typeface="Arial" panose="020B0604020202020204" pitchFamily="34" charset="0"/>
            <a:buChar char="•"/>
          </a:pPr>
          <a:r>
            <a:rPr lang="en-US" dirty="0"/>
            <a:t>Customers depend heavily on waiters for ordering and billing</a:t>
          </a:r>
          <a:endParaRPr lang="en-IN" dirty="0"/>
        </a:p>
      </dgm:t>
    </dgm:pt>
    <dgm:pt modelId="{FD8F61C5-5220-4BA8-8067-8DC99BA9A983}" type="parTrans" cxnId="{8EEB4083-EAFA-4873-B3D8-B7BE6F854BFF}">
      <dgm:prSet/>
      <dgm:spPr/>
      <dgm:t>
        <a:bodyPr/>
        <a:lstStyle/>
        <a:p>
          <a:endParaRPr lang="en-IN"/>
        </a:p>
      </dgm:t>
    </dgm:pt>
    <dgm:pt modelId="{778602AC-D071-4578-A545-C3DEF478A2D9}" type="sibTrans" cxnId="{8EEB4083-EAFA-4873-B3D8-B7BE6F854BFF}">
      <dgm:prSet/>
      <dgm:spPr/>
      <dgm:t>
        <a:bodyPr/>
        <a:lstStyle/>
        <a:p>
          <a:endParaRPr lang="en-IN"/>
        </a:p>
      </dgm:t>
    </dgm:pt>
    <dgm:pt modelId="{D666E06F-6106-4283-AADD-EEF9B49BA15F}">
      <dgm:prSet/>
      <dgm:spPr/>
      <dgm:t>
        <a:bodyPr/>
        <a:lstStyle/>
        <a:p>
          <a:pPr>
            <a:buFont typeface="Arial" panose="020B0604020202020204" pitchFamily="34" charset="0"/>
            <a:buChar char="•"/>
          </a:pPr>
          <a:r>
            <a:rPr lang="en-US"/>
            <a:t>Manual processes cause inefficiency during peak hours</a:t>
          </a:r>
        </a:p>
      </dgm:t>
    </dgm:pt>
    <dgm:pt modelId="{DC1E0302-F98A-4BA8-ACB4-1F8A401ADA9F}" type="parTrans" cxnId="{731F782E-F311-4F16-8738-FDD793DCA80E}">
      <dgm:prSet/>
      <dgm:spPr/>
      <dgm:t>
        <a:bodyPr/>
        <a:lstStyle/>
        <a:p>
          <a:endParaRPr lang="en-IN"/>
        </a:p>
      </dgm:t>
    </dgm:pt>
    <dgm:pt modelId="{77A33CFE-9B4F-4DF1-813F-6FC2611A0601}" type="sibTrans" cxnId="{731F782E-F311-4F16-8738-FDD793DCA80E}">
      <dgm:prSet/>
      <dgm:spPr/>
      <dgm:t>
        <a:bodyPr/>
        <a:lstStyle/>
        <a:p>
          <a:endParaRPr lang="en-IN"/>
        </a:p>
      </dgm:t>
    </dgm:pt>
    <dgm:pt modelId="{D0D63E33-A509-4131-91A7-853319563F7F}">
      <dgm:prSet/>
      <dgm:spPr/>
      <dgm:t>
        <a:bodyPr/>
        <a:lstStyle/>
        <a:p>
          <a:pPr>
            <a:buFont typeface="Arial" panose="020B0604020202020204" pitchFamily="34" charset="0"/>
            <a:buChar char="•"/>
          </a:pPr>
          <a:r>
            <a:rPr lang="en-US"/>
            <a:t>Digital solutions can improve speed, accuracy, and experience</a:t>
          </a:r>
        </a:p>
      </dgm:t>
    </dgm:pt>
    <dgm:pt modelId="{8B084462-E942-4359-A3F9-E00BC8125EE1}" type="parTrans" cxnId="{30990251-6E47-47BA-B9CE-F6B9A1CFEBE4}">
      <dgm:prSet/>
      <dgm:spPr/>
      <dgm:t>
        <a:bodyPr/>
        <a:lstStyle/>
        <a:p>
          <a:endParaRPr lang="en-IN"/>
        </a:p>
      </dgm:t>
    </dgm:pt>
    <dgm:pt modelId="{6B38E91C-1558-474F-9DA2-3A069705B662}" type="sibTrans" cxnId="{30990251-6E47-47BA-B9CE-F6B9A1CFEBE4}">
      <dgm:prSet/>
      <dgm:spPr/>
      <dgm:t>
        <a:bodyPr/>
        <a:lstStyle/>
        <a:p>
          <a:endParaRPr lang="en-IN"/>
        </a:p>
      </dgm:t>
    </dgm:pt>
    <dgm:pt modelId="{8E03A3D5-1A06-4A51-8AB3-D4D397C3C669}">
      <dgm:prSet/>
      <dgm:spPr/>
      <dgm:t>
        <a:bodyPr/>
        <a:lstStyle/>
        <a:p>
          <a:pPr>
            <a:buFont typeface="Arial" panose="020B0604020202020204" pitchFamily="34" charset="0"/>
            <a:buChar char="•"/>
          </a:pPr>
          <a:r>
            <a:rPr lang="en-US"/>
            <a:t>This project proposes a </a:t>
          </a:r>
          <a:r>
            <a:rPr lang="en-US" b="1"/>
            <a:t>QR-based Smart Restaurant System</a:t>
          </a:r>
          <a:endParaRPr lang="en-US"/>
        </a:p>
      </dgm:t>
    </dgm:pt>
    <dgm:pt modelId="{32CA05DB-4C59-41E9-82C0-B98AE4DF960C}" type="parTrans" cxnId="{65D51F0E-B6F2-4FF8-9D36-914FD2E1CB57}">
      <dgm:prSet/>
      <dgm:spPr/>
      <dgm:t>
        <a:bodyPr/>
        <a:lstStyle/>
        <a:p>
          <a:endParaRPr lang="en-IN"/>
        </a:p>
      </dgm:t>
    </dgm:pt>
    <dgm:pt modelId="{4B435630-E283-43E5-A302-2923DE723BC8}" type="sibTrans" cxnId="{65D51F0E-B6F2-4FF8-9D36-914FD2E1CB57}">
      <dgm:prSet/>
      <dgm:spPr/>
      <dgm:t>
        <a:bodyPr/>
        <a:lstStyle/>
        <a:p>
          <a:endParaRPr lang="en-IN"/>
        </a:p>
      </dgm:t>
    </dgm:pt>
    <dgm:pt modelId="{44CB2603-69D1-4A8B-8516-4F78DC2BBA3C}" type="pres">
      <dgm:prSet presAssocID="{4212E93E-19B2-49D0-9271-39AD132321E5}" presName="linear" presStyleCnt="0">
        <dgm:presLayoutVars>
          <dgm:animLvl val="lvl"/>
          <dgm:resizeHandles val="exact"/>
        </dgm:presLayoutVars>
      </dgm:prSet>
      <dgm:spPr/>
    </dgm:pt>
    <dgm:pt modelId="{BE3FA3B7-BD0F-4183-BD46-48A192BF885F}" type="pres">
      <dgm:prSet presAssocID="{3B4C7ECC-3B85-4361-8969-28EF5AD534A7}" presName="parentText" presStyleLbl="node1" presStyleIdx="0" presStyleCnt="5">
        <dgm:presLayoutVars>
          <dgm:chMax val="0"/>
          <dgm:bulletEnabled val="1"/>
        </dgm:presLayoutVars>
      </dgm:prSet>
      <dgm:spPr/>
    </dgm:pt>
    <dgm:pt modelId="{93B5831B-B8ED-4A9A-8854-DCA0F34C61FB}" type="pres">
      <dgm:prSet presAssocID="{D5884188-7C8B-4439-B71B-EC6156773B95}" presName="spacer" presStyleCnt="0"/>
      <dgm:spPr/>
    </dgm:pt>
    <dgm:pt modelId="{4A3C2EC1-316E-43CF-98A7-219560FFB8DE}" type="pres">
      <dgm:prSet presAssocID="{70FC32BB-C0C4-4466-8F74-24E936E0CBC0}" presName="parentText" presStyleLbl="node1" presStyleIdx="1" presStyleCnt="5">
        <dgm:presLayoutVars>
          <dgm:chMax val="0"/>
          <dgm:bulletEnabled val="1"/>
        </dgm:presLayoutVars>
      </dgm:prSet>
      <dgm:spPr/>
    </dgm:pt>
    <dgm:pt modelId="{CDF4FA3A-943E-48AE-951E-5BE61DB9B023}" type="pres">
      <dgm:prSet presAssocID="{778602AC-D071-4578-A545-C3DEF478A2D9}" presName="spacer" presStyleCnt="0"/>
      <dgm:spPr/>
    </dgm:pt>
    <dgm:pt modelId="{DA9D48EC-B39E-45EE-B0A5-EF14C287547D}" type="pres">
      <dgm:prSet presAssocID="{D666E06F-6106-4283-AADD-EEF9B49BA15F}" presName="parentText" presStyleLbl="node1" presStyleIdx="2" presStyleCnt="5">
        <dgm:presLayoutVars>
          <dgm:chMax val="0"/>
          <dgm:bulletEnabled val="1"/>
        </dgm:presLayoutVars>
      </dgm:prSet>
      <dgm:spPr/>
    </dgm:pt>
    <dgm:pt modelId="{567C6A7D-08E0-4B8E-B5AC-3666340B35A7}" type="pres">
      <dgm:prSet presAssocID="{77A33CFE-9B4F-4DF1-813F-6FC2611A0601}" presName="spacer" presStyleCnt="0"/>
      <dgm:spPr/>
    </dgm:pt>
    <dgm:pt modelId="{F0A87B2B-AA47-4567-AC08-8373B6FA4114}" type="pres">
      <dgm:prSet presAssocID="{D0D63E33-A509-4131-91A7-853319563F7F}" presName="parentText" presStyleLbl="node1" presStyleIdx="3" presStyleCnt="5">
        <dgm:presLayoutVars>
          <dgm:chMax val="0"/>
          <dgm:bulletEnabled val="1"/>
        </dgm:presLayoutVars>
      </dgm:prSet>
      <dgm:spPr/>
    </dgm:pt>
    <dgm:pt modelId="{119FDD43-D1E0-4CD3-BE17-897ECCCFD263}" type="pres">
      <dgm:prSet presAssocID="{6B38E91C-1558-474F-9DA2-3A069705B662}" presName="spacer" presStyleCnt="0"/>
      <dgm:spPr/>
    </dgm:pt>
    <dgm:pt modelId="{22CD0C3B-3D51-4A3D-90B4-08BAC5532E0C}" type="pres">
      <dgm:prSet presAssocID="{8E03A3D5-1A06-4A51-8AB3-D4D397C3C669}" presName="parentText" presStyleLbl="node1" presStyleIdx="4" presStyleCnt="5" custLinFactY="78537" custLinFactNeighborY="100000">
        <dgm:presLayoutVars>
          <dgm:chMax val="0"/>
          <dgm:bulletEnabled val="1"/>
        </dgm:presLayoutVars>
      </dgm:prSet>
      <dgm:spPr/>
    </dgm:pt>
  </dgm:ptLst>
  <dgm:cxnLst>
    <dgm:cxn modelId="{33ADA80A-3256-4DCD-B32B-737A7B212A91}" type="presOf" srcId="{3B4C7ECC-3B85-4361-8969-28EF5AD534A7}" destId="{BE3FA3B7-BD0F-4183-BD46-48A192BF885F}" srcOrd="0" destOrd="0" presId="urn:microsoft.com/office/officeart/2005/8/layout/vList2"/>
    <dgm:cxn modelId="{65D51F0E-B6F2-4FF8-9D36-914FD2E1CB57}" srcId="{4212E93E-19B2-49D0-9271-39AD132321E5}" destId="{8E03A3D5-1A06-4A51-8AB3-D4D397C3C669}" srcOrd="4" destOrd="0" parTransId="{32CA05DB-4C59-41E9-82C0-B98AE4DF960C}" sibTransId="{4B435630-E283-43E5-A302-2923DE723BC8}"/>
    <dgm:cxn modelId="{DB6BDC21-CB89-4FC5-9E6E-54EC3B1FECA7}" type="presOf" srcId="{4212E93E-19B2-49D0-9271-39AD132321E5}" destId="{44CB2603-69D1-4A8B-8516-4F78DC2BBA3C}" srcOrd="0" destOrd="0" presId="urn:microsoft.com/office/officeart/2005/8/layout/vList2"/>
    <dgm:cxn modelId="{731F782E-F311-4F16-8738-FDD793DCA80E}" srcId="{4212E93E-19B2-49D0-9271-39AD132321E5}" destId="{D666E06F-6106-4283-AADD-EEF9B49BA15F}" srcOrd="2" destOrd="0" parTransId="{DC1E0302-F98A-4BA8-ACB4-1F8A401ADA9F}" sibTransId="{77A33CFE-9B4F-4DF1-813F-6FC2611A0601}"/>
    <dgm:cxn modelId="{CA6B303A-F68E-492B-896F-85148E80E74D}" type="presOf" srcId="{D666E06F-6106-4283-AADD-EEF9B49BA15F}" destId="{DA9D48EC-B39E-45EE-B0A5-EF14C287547D}" srcOrd="0" destOrd="0" presId="urn:microsoft.com/office/officeart/2005/8/layout/vList2"/>
    <dgm:cxn modelId="{4620973B-434A-4D1C-82E3-5EA4C836DC0A}" type="presOf" srcId="{D0D63E33-A509-4131-91A7-853319563F7F}" destId="{F0A87B2B-AA47-4567-AC08-8373B6FA4114}" srcOrd="0" destOrd="0" presId="urn:microsoft.com/office/officeart/2005/8/layout/vList2"/>
    <dgm:cxn modelId="{30990251-6E47-47BA-B9CE-F6B9A1CFEBE4}" srcId="{4212E93E-19B2-49D0-9271-39AD132321E5}" destId="{D0D63E33-A509-4131-91A7-853319563F7F}" srcOrd="3" destOrd="0" parTransId="{8B084462-E942-4359-A3F9-E00BC8125EE1}" sibTransId="{6B38E91C-1558-474F-9DA2-3A069705B662}"/>
    <dgm:cxn modelId="{01F7D251-0ABF-49B3-920D-36A451F040E9}" srcId="{4212E93E-19B2-49D0-9271-39AD132321E5}" destId="{3B4C7ECC-3B85-4361-8969-28EF5AD534A7}" srcOrd="0" destOrd="0" parTransId="{9BB09C9C-EE7C-4261-BF83-2F9403404E8E}" sibTransId="{D5884188-7C8B-4439-B71B-EC6156773B95}"/>
    <dgm:cxn modelId="{8EEB4083-EAFA-4873-B3D8-B7BE6F854BFF}" srcId="{4212E93E-19B2-49D0-9271-39AD132321E5}" destId="{70FC32BB-C0C4-4466-8F74-24E936E0CBC0}" srcOrd="1" destOrd="0" parTransId="{FD8F61C5-5220-4BA8-8067-8DC99BA9A983}" sibTransId="{778602AC-D071-4578-A545-C3DEF478A2D9}"/>
    <dgm:cxn modelId="{E0D750B4-505A-421E-8FAF-467B4F4D20C3}" type="presOf" srcId="{70FC32BB-C0C4-4466-8F74-24E936E0CBC0}" destId="{4A3C2EC1-316E-43CF-98A7-219560FFB8DE}" srcOrd="0" destOrd="0" presId="urn:microsoft.com/office/officeart/2005/8/layout/vList2"/>
    <dgm:cxn modelId="{3DBF44D5-CF37-4E1A-9B30-7BABB48EF081}" type="presOf" srcId="{8E03A3D5-1A06-4A51-8AB3-D4D397C3C669}" destId="{22CD0C3B-3D51-4A3D-90B4-08BAC5532E0C}" srcOrd="0" destOrd="0" presId="urn:microsoft.com/office/officeart/2005/8/layout/vList2"/>
    <dgm:cxn modelId="{771801CC-F9C4-40E8-A3EF-9DD3DEEC98F1}" type="presParOf" srcId="{44CB2603-69D1-4A8B-8516-4F78DC2BBA3C}" destId="{BE3FA3B7-BD0F-4183-BD46-48A192BF885F}" srcOrd="0" destOrd="0" presId="urn:microsoft.com/office/officeart/2005/8/layout/vList2"/>
    <dgm:cxn modelId="{6EC8385D-70F7-4B5C-8FFB-C99F1C53EE87}" type="presParOf" srcId="{44CB2603-69D1-4A8B-8516-4F78DC2BBA3C}" destId="{93B5831B-B8ED-4A9A-8854-DCA0F34C61FB}" srcOrd="1" destOrd="0" presId="urn:microsoft.com/office/officeart/2005/8/layout/vList2"/>
    <dgm:cxn modelId="{4CB90BF5-221F-475B-AD3A-17FB7F9DABED}" type="presParOf" srcId="{44CB2603-69D1-4A8B-8516-4F78DC2BBA3C}" destId="{4A3C2EC1-316E-43CF-98A7-219560FFB8DE}" srcOrd="2" destOrd="0" presId="urn:microsoft.com/office/officeart/2005/8/layout/vList2"/>
    <dgm:cxn modelId="{6D8E32E8-7378-4115-B15D-A98B3ABDEDCE}" type="presParOf" srcId="{44CB2603-69D1-4A8B-8516-4F78DC2BBA3C}" destId="{CDF4FA3A-943E-48AE-951E-5BE61DB9B023}" srcOrd="3" destOrd="0" presId="urn:microsoft.com/office/officeart/2005/8/layout/vList2"/>
    <dgm:cxn modelId="{66522E83-E5DD-4DB2-BAF8-BD0BE408FC29}" type="presParOf" srcId="{44CB2603-69D1-4A8B-8516-4F78DC2BBA3C}" destId="{DA9D48EC-B39E-45EE-B0A5-EF14C287547D}" srcOrd="4" destOrd="0" presId="urn:microsoft.com/office/officeart/2005/8/layout/vList2"/>
    <dgm:cxn modelId="{72BD5724-62CE-4608-8D66-997F20169903}" type="presParOf" srcId="{44CB2603-69D1-4A8B-8516-4F78DC2BBA3C}" destId="{567C6A7D-08E0-4B8E-B5AC-3666340B35A7}" srcOrd="5" destOrd="0" presId="urn:microsoft.com/office/officeart/2005/8/layout/vList2"/>
    <dgm:cxn modelId="{BF810E21-A4E8-4F97-B842-DCA519A9CEBB}" type="presParOf" srcId="{44CB2603-69D1-4A8B-8516-4F78DC2BBA3C}" destId="{F0A87B2B-AA47-4567-AC08-8373B6FA4114}" srcOrd="6" destOrd="0" presId="urn:microsoft.com/office/officeart/2005/8/layout/vList2"/>
    <dgm:cxn modelId="{8766EBE4-C72A-4D10-A2E0-F07DB5A6688E}" type="presParOf" srcId="{44CB2603-69D1-4A8B-8516-4F78DC2BBA3C}" destId="{119FDD43-D1E0-4CD3-BE17-897ECCCFD263}" srcOrd="7" destOrd="0" presId="urn:microsoft.com/office/officeart/2005/8/layout/vList2"/>
    <dgm:cxn modelId="{D73958F4-B8BE-4ECD-BA67-AE0EA17C74AC}" type="presParOf" srcId="{44CB2603-69D1-4A8B-8516-4F78DC2BBA3C}" destId="{22CD0C3B-3D51-4A3D-90B4-08BAC5532E0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E88731-22D2-4AC7-A1F5-25912DD1C4D8}"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IN"/>
        </a:p>
      </dgm:t>
    </dgm:pt>
    <dgm:pt modelId="{02F57065-17F6-4599-BE99-D2E5E01D2FC7}">
      <dgm:prSet custT="1"/>
      <dgm:spPr/>
      <dgm:t>
        <a:bodyPr/>
        <a:lstStyle/>
        <a:p>
          <a:r>
            <a:rPr lang="en-US" sz="2400" dirty="0"/>
            <a:t>Traditional restaurant operations rely heavily on manual queue management, table allocation, order taking, and billing, which often leads to long waiting times, overcrowding, inefficient use of tables, and increased workload on staff, especially during peak hours. Customers lack transparency regarding waiting time and order status, while restaurants struggle to manage operations efficiently with limited manpower. There is a need for a digital, user-friendly, and privacy-safe system that automates these processes through a web-based approach, reduces dependency on waiters, and improves overall service efficiency and customer experience.</a:t>
          </a:r>
          <a:endParaRPr lang="en-IN" sz="2400" dirty="0"/>
        </a:p>
      </dgm:t>
    </dgm:pt>
    <dgm:pt modelId="{67AD3FC9-5352-4798-AAC0-145D7EF47AC0}" type="parTrans" cxnId="{F0267CC1-4FA5-43B5-A5E3-47BA3B1DC629}">
      <dgm:prSet/>
      <dgm:spPr/>
      <dgm:t>
        <a:bodyPr/>
        <a:lstStyle/>
        <a:p>
          <a:endParaRPr lang="en-IN"/>
        </a:p>
      </dgm:t>
    </dgm:pt>
    <dgm:pt modelId="{C3AF9E75-3A05-4D42-BFA8-62CF910753BD}" type="sibTrans" cxnId="{F0267CC1-4FA5-43B5-A5E3-47BA3B1DC629}">
      <dgm:prSet/>
      <dgm:spPr/>
      <dgm:t>
        <a:bodyPr/>
        <a:lstStyle/>
        <a:p>
          <a:endParaRPr lang="en-IN"/>
        </a:p>
      </dgm:t>
    </dgm:pt>
    <dgm:pt modelId="{3859E797-2FD3-40C5-AE79-A6882F3ADA6C}" type="pres">
      <dgm:prSet presAssocID="{AEE88731-22D2-4AC7-A1F5-25912DD1C4D8}" presName="Name0" presStyleCnt="0">
        <dgm:presLayoutVars>
          <dgm:chMax val="1"/>
          <dgm:chPref val="1"/>
          <dgm:dir/>
          <dgm:animOne val="branch"/>
          <dgm:animLvl val="lvl"/>
        </dgm:presLayoutVars>
      </dgm:prSet>
      <dgm:spPr/>
    </dgm:pt>
    <dgm:pt modelId="{8717CC21-C82B-4E5D-B30A-84FAD7F18A47}" type="pres">
      <dgm:prSet presAssocID="{02F57065-17F6-4599-BE99-D2E5E01D2FC7}" presName="Parent" presStyleLbl="node0" presStyleIdx="0" presStyleCnt="1" custScaleX="201619">
        <dgm:presLayoutVars>
          <dgm:chMax val="6"/>
          <dgm:chPref val="6"/>
        </dgm:presLayoutVars>
      </dgm:prSet>
      <dgm:spPr/>
    </dgm:pt>
  </dgm:ptLst>
  <dgm:cxnLst>
    <dgm:cxn modelId="{D613A971-5339-4FAB-8295-51A466C38177}" type="presOf" srcId="{02F57065-17F6-4599-BE99-D2E5E01D2FC7}" destId="{8717CC21-C82B-4E5D-B30A-84FAD7F18A47}" srcOrd="0" destOrd="0" presId="urn:microsoft.com/office/officeart/2011/layout/HexagonRadial"/>
    <dgm:cxn modelId="{A5A14D85-F6CE-4A96-8544-CE258DE961AE}" type="presOf" srcId="{AEE88731-22D2-4AC7-A1F5-25912DD1C4D8}" destId="{3859E797-2FD3-40C5-AE79-A6882F3ADA6C}" srcOrd="0" destOrd="0" presId="urn:microsoft.com/office/officeart/2011/layout/HexagonRadial"/>
    <dgm:cxn modelId="{F0267CC1-4FA5-43B5-A5E3-47BA3B1DC629}" srcId="{AEE88731-22D2-4AC7-A1F5-25912DD1C4D8}" destId="{02F57065-17F6-4599-BE99-D2E5E01D2FC7}" srcOrd="0" destOrd="0" parTransId="{67AD3FC9-5352-4798-AAC0-145D7EF47AC0}" sibTransId="{C3AF9E75-3A05-4D42-BFA8-62CF910753BD}"/>
    <dgm:cxn modelId="{8072ACA5-1E26-473F-B6A9-770E08E5D603}" type="presParOf" srcId="{3859E797-2FD3-40C5-AE79-A6882F3ADA6C}" destId="{8717CC21-C82B-4E5D-B30A-84FAD7F18A47}" srcOrd="0"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CD6E1A-6A68-4935-A59D-E52451DF706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46CC5385-11A6-49A2-91B1-583EEBD25780}">
      <dgm:prSet/>
      <dgm:spPr/>
      <dgm:t>
        <a:bodyPr/>
        <a:lstStyle/>
        <a:p>
          <a:r>
            <a:rPr lang="en-IN" b="1"/>
            <a:t>Frontend Technology</a:t>
          </a:r>
          <a:endParaRPr lang="en-IN"/>
        </a:p>
      </dgm:t>
    </dgm:pt>
    <dgm:pt modelId="{03AEE5A7-D758-4890-AD28-F455B9C36C70}" type="parTrans" cxnId="{79DA158C-F880-40F3-A656-7C119784BDAF}">
      <dgm:prSet/>
      <dgm:spPr/>
      <dgm:t>
        <a:bodyPr/>
        <a:lstStyle/>
        <a:p>
          <a:endParaRPr lang="en-IN"/>
        </a:p>
      </dgm:t>
    </dgm:pt>
    <dgm:pt modelId="{32194CCD-C60E-42C8-97A7-4B1F15A132E1}" type="sibTrans" cxnId="{79DA158C-F880-40F3-A656-7C119784BDAF}">
      <dgm:prSet/>
      <dgm:spPr/>
      <dgm:t>
        <a:bodyPr/>
        <a:lstStyle/>
        <a:p>
          <a:endParaRPr lang="en-IN"/>
        </a:p>
      </dgm:t>
    </dgm:pt>
    <dgm:pt modelId="{5980363E-3D5D-41F3-847B-99680A4D9C25}">
      <dgm:prSet/>
      <dgm:spPr/>
      <dgm:t>
        <a:bodyPr/>
        <a:lstStyle/>
        <a:p>
          <a:r>
            <a:rPr lang="en-IN" dirty="0"/>
            <a:t>HTML5</a:t>
          </a:r>
        </a:p>
      </dgm:t>
    </dgm:pt>
    <dgm:pt modelId="{53426ABB-53E2-4B34-9E2F-DAC34F1E38C5}" type="parTrans" cxnId="{8D8BB78D-363C-44B7-8794-FFDEFC51A4D1}">
      <dgm:prSet/>
      <dgm:spPr/>
      <dgm:t>
        <a:bodyPr/>
        <a:lstStyle/>
        <a:p>
          <a:endParaRPr lang="en-IN"/>
        </a:p>
      </dgm:t>
    </dgm:pt>
    <dgm:pt modelId="{33C60C8F-678B-4293-BEDE-FC2915A7FFC7}" type="sibTrans" cxnId="{8D8BB78D-363C-44B7-8794-FFDEFC51A4D1}">
      <dgm:prSet/>
      <dgm:spPr/>
      <dgm:t>
        <a:bodyPr/>
        <a:lstStyle/>
        <a:p>
          <a:endParaRPr lang="en-IN"/>
        </a:p>
      </dgm:t>
    </dgm:pt>
    <dgm:pt modelId="{322784A8-F394-428A-99BD-4C54B84D8C92}">
      <dgm:prSet/>
      <dgm:spPr/>
      <dgm:t>
        <a:bodyPr/>
        <a:lstStyle/>
        <a:p>
          <a:r>
            <a:rPr lang="en-IN"/>
            <a:t>CSS3</a:t>
          </a:r>
        </a:p>
      </dgm:t>
    </dgm:pt>
    <dgm:pt modelId="{6071D51C-3D9D-4904-808F-228FE8CCC69A}" type="parTrans" cxnId="{583E8B69-564A-4969-82EF-67F23B06890E}">
      <dgm:prSet/>
      <dgm:spPr/>
      <dgm:t>
        <a:bodyPr/>
        <a:lstStyle/>
        <a:p>
          <a:endParaRPr lang="en-IN"/>
        </a:p>
      </dgm:t>
    </dgm:pt>
    <dgm:pt modelId="{A21C0DD6-5A78-4A0C-8B3C-A29090F63362}" type="sibTrans" cxnId="{583E8B69-564A-4969-82EF-67F23B06890E}">
      <dgm:prSet/>
      <dgm:spPr/>
      <dgm:t>
        <a:bodyPr/>
        <a:lstStyle/>
        <a:p>
          <a:endParaRPr lang="en-IN"/>
        </a:p>
      </dgm:t>
    </dgm:pt>
    <dgm:pt modelId="{EF9FB6BF-99BF-4B6E-AB79-CA424F61EA9C}">
      <dgm:prSet/>
      <dgm:spPr/>
      <dgm:t>
        <a:bodyPr/>
        <a:lstStyle/>
        <a:p>
          <a:r>
            <a:rPr lang="en-IN" dirty="0"/>
            <a:t>JavaScript</a:t>
          </a:r>
        </a:p>
      </dgm:t>
    </dgm:pt>
    <dgm:pt modelId="{89D460C8-782F-4145-9323-085057B52498}" type="parTrans" cxnId="{45909AE4-C18A-4DCA-AA45-964DF23F47A7}">
      <dgm:prSet/>
      <dgm:spPr/>
      <dgm:t>
        <a:bodyPr/>
        <a:lstStyle/>
        <a:p>
          <a:endParaRPr lang="en-IN"/>
        </a:p>
      </dgm:t>
    </dgm:pt>
    <dgm:pt modelId="{4D19083C-E9CE-4F7C-BB95-4BC974F1FFAD}" type="sibTrans" cxnId="{45909AE4-C18A-4DCA-AA45-964DF23F47A7}">
      <dgm:prSet/>
      <dgm:spPr/>
      <dgm:t>
        <a:bodyPr/>
        <a:lstStyle/>
        <a:p>
          <a:endParaRPr lang="en-IN"/>
        </a:p>
      </dgm:t>
    </dgm:pt>
    <dgm:pt modelId="{C8C33E93-4E24-4651-93A1-5C9ADD902D3F}">
      <dgm:prSet/>
      <dgm:spPr/>
      <dgm:t>
        <a:bodyPr/>
        <a:lstStyle/>
        <a:p>
          <a:r>
            <a:rPr lang="en-IN" dirty="0"/>
            <a:t>React.js</a:t>
          </a:r>
        </a:p>
      </dgm:t>
    </dgm:pt>
    <dgm:pt modelId="{C7EAC23E-D5AC-49DF-B203-7C35F19A1368}" type="parTrans" cxnId="{5438DDAE-2227-4235-ACE9-60A7AF83CCC4}">
      <dgm:prSet/>
      <dgm:spPr/>
      <dgm:t>
        <a:bodyPr/>
        <a:lstStyle/>
        <a:p>
          <a:endParaRPr lang="en-IN"/>
        </a:p>
      </dgm:t>
    </dgm:pt>
    <dgm:pt modelId="{C6BEC309-B34E-4A91-8690-EFFFED8FBBF7}" type="sibTrans" cxnId="{5438DDAE-2227-4235-ACE9-60A7AF83CCC4}">
      <dgm:prSet/>
      <dgm:spPr/>
      <dgm:t>
        <a:bodyPr/>
        <a:lstStyle/>
        <a:p>
          <a:endParaRPr lang="en-IN"/>
        </a:p>
      </dgm:t>
    </dgm:pt>
    <dgm:pt modelId="{19C4A532-CA48-4610-AAAC-62A97677CD4D}">
      <dgm:prSet/>
      <dgm:spPr/>
      <dgm:t>
        <a:bodyPr/>
        <a:lstStyle/>
        <a:p>
          <a:r>
            <a:rPr lang="en-IN" dirty="0"/>
            <a:t>QR Code Scanner(Browser Camera API)</a:t>
          </a:r>
        </a:p>
      </dgm:t>
    </dgm:pt>
    <dgm:pt modelId="{C5A4A04F-A46C-4E38-BF71-9EE6537E82DE}" type="parTrans" cxnId="{58C6F748-0035-459E-9A58-8BE6E7A685DA}">
      <dgm:prSet/>
      <dgm:spPr/>
      <dgm:t>
        <a:bodyPr/>
        <a:lstStyle/>
        <a:p>
          <a:endParaRPr lang="en-IN"/>
        </a:p>
      </dgm:t>
    </dgm:pt>
    <dgm:pt modelId="{7AD55186-F6D6-4BD6-842A-83DE7C7EB516}" type="sibTrans" cxnId="{58C6F748-0035-459E-9A58-8BE6E7A685DA}">
      <dgm:prSet/>
      <dgm:spPr/>
      <dgm:t>
        <a:bodyPr/>
        <a:lstStyle/>
        <a:p>
          <a:endParaRPr lang="en-IN"/>
        </a:p>
      </dgm:t>
    </dgm:pt>
    <dgm:pt modelId="{9526ACAB-6890-4245-A3B2-AA765A274922}">
      <dgm:prSet/>
      <dgm:spPr/>
      <dgm:t>
        <a:bodyPr/>
        <a:lstStyle/>
        <a:p>
          <a:r>
            <a:rPr lang="en-IN" b="1"/>
            <a:t>Backend Technology</a:t>
          </a:r>
          <a:endParaRPr lang="en-IN"/>
        </a:p>
      </dgm:t>
    </dgm:pt>
    <dgm:pt modelId="{E5B1BBD0-3CA2-4120-AC7C-810A8C080155}" type="parTrans" cxnId="{A40BA93A-FA44-441D-8BFA-1C337AA85A72}">
      <dgm:prSet/>
      <dgm:spPr/>
      <dgm:t>
        <a:bodyPr/>
        <a:lstStyle/>
        <a:p>
          <a:endParaRPr lang="en-IN"/>
        </a:p>
      </dgm:t>
    </dgm:pt>
    <dgm:pt modelId="{92012123-FCEC-4483-AC20-8210D81DB2CC}" type="sibTrans" cxnId="{A40BA93A-FA44-441D-8BFA-1C337AA85A72}">
      <dgm:prSet/>
      <dgm:spPr/>
      <dgm:t>
        <a:bodyPr/>
        <a:lstStyle/>
        <a:p>
          <a:endParaRPr lang="en-IN"/>
        </a:p>
      </dgm:t>
    </dgm:pt>
    <dgm:pt modelId="{B0BCF3D8-8C2A-4D92-BBAC-592FC17E341E}">
      <dgm:prSet/>
      <dgm:spPr/>
      <dgm:t>
        <a:bodyPr/>
        <a:lstStyle/>
        <a:p>
          <a:r>
            <a:rPr lang="en-IN"/>
            <a:t>Python</a:t>
          </a:r>
        </a:p>
      </dgm:t>
    </dgm:pt>
    <dgm:pt modelId="{BFAFC4D9-B124-41E8-A2F7-CACD98E23775}" type="parTrans" cxnId="{37E01E4F-F84C-4CD1-86B1-8B89FB0776BD}">
      <dgm:prSet/>
      <dgm:spPr/>
      <dgm:t>
        <a:bodyPr/>
        <a:lstStyle/>
        <a:p>
          <a:endParaRPr lang="en-IN"/>
        </a:p>
      </dgm:t>
    </dgm:pt>
    <dgm:pt modelId="{73E92A63-0A61-4BFA-A898-74F522427FFA}" type="sibTrans" cxnId="{37E01E4F-F84C-4CD1-86B1-8B89FB0776BD}">
      <dgm:prSet/>
      <dgm:spPr/>
      <dgm:t>
        <a:bodyPr/>
        <a:lstStyle/>
        <a:p>
          <a:endParaRPr lang="en-IN"/>
        </a:p>
      </dgm:t>
    </dgm:pt>
    <dgm:pt modelId="{BF8E6FA4-D3EE-4F91-8CB8-FE128E03E90A}">
      <dgm:prSet/>
      <dgm:spPr/>
      <dgm:t>
        <a:bodyPr/>
        <a:lstStyle/>
        <a:p>
          <a:r>
            <a:rPr lang="en-IN"/>
            <a:t>Flask</a:t>
          </a:r>
        </a:p>
      </dgm:t>
    </dgm:pt>
    <dgm:pt modelId="{F8F13C01-CD14-4F9C-A237-DB15122DB788}" type="parTrans" cxnId="{45ECEB07-3C80-4A34-9F30-52F911FC1721}">
      <dgm:prSet/>
      <dgm:spPr/>
      <dgm:t>
        <a:bodyPr/>
        <a:lstStyle/>
        <a:p>
          <a:endParaRPr lang="en-IN"/>
        </a:p>
      </dgm:t>
    </dgm:pt>
    <dgm:pt modelId="{381F59AC-7586-436E-B0F3-7B148ABA0E16}" type="sibTrans" cxnId="{45ECEB07-3C80-4A34-9F30-52F911FC1721}">
      <dgm:prSet/>
      <dgm:spPr/>
      <dgm:t>
        <a:bodyPr/>
        <a:lstStyle/>
        <a:p>
          <a:endParaRPr lang="en-IN"/>
        </a:p>
      </dgm:t>
    </dgm:pt>
    <dgm:pt modelId="{B5033291-EC96-4232-8A9E-A6EEC2D0ACF6}">
      <dgm:prSet/>
      <dgm:spPr/>
      <dgm:t>
        <a:bodyPr/>
        <a:lstStyle/>
        <a:p>
          <a:r>
            <a:rPr lang="en-IN"/>
            <a:t>RESTful APIs</a:t>
          </a:r>
        </a:p>
      </dgm:t>
    </dgm:pt>
    <dgm:pt modelId="{D95AB202-7357-46DA-9BDF-57953555DE52}" type="parTrans" cxnId="{096D9FD1-F1A3-43D4-95B9-2CC714806ABF}">
      <dgm:prSet/>
      <dgm:spPr/>
      <dgm:t>
        <a:bodyPr/>
        <a:lstStyle/>
        <a:p>
          <a:endParaRPr lang="en-IN"/>
        </a:p>
      </dgm:t>
    </dgm:pt>
    <dgm:pt modelId="{1941CB06-ACAB-42B0-8C0B-63A11753964A}" type="sibTrans" cxnId="{096D9FD1-F1A3-43D4-95B9-2CC714806ABF}">
      <dgm:prSet/>
      <dgm:spPr/>
      <dgm:t>
        <a:bodyPr/>
        <a:lstStyle/>
        <a:p>
          <a:endParaRPr lang="en-IN"/>
        </a:p>
      </dgm:t>
    </dgm:pt>
    <dgm:pt modelId="{9A4320C2-A340-4387-A10F-CBBD941F07EF}">
      <dgm:prSet/>
      <dgm:spPr/>
      <dgm:t>
        <a:bodyPr/>
        <a:lstStyle/>
        <a:p>
          <a:r>
            <a:rPr lang="en-IN"/>
            <a:t>MySQL/MongoDB</a:t>
          </a:r>
        </a:p>
      </dgm:t>
    </dgm:pt>
    <dgm:pt modelId="{E8045BBC-AE7D-4639-9D89-C99F8DD615E7}" type="parTrans" cxnId="{F3DF1BD1-8A3E-4EC5-AB74-BCBD456B58FE}">
      <dgm:prSet/>
      <dgm:spPr/>
      <dgm:t>
        <a:bodyPr/>
        <a:lstStyle/>
        <a:p>
          <a:endParaRPr lang="en-IN"/>
        </a:p>
      </dgm:t>
    </dgm:pt>
    <dgm:pt modelId="{69A15DB8-CC6B-4659-A170-2D0D0975D760}" type="sibTrans" cxnId="{F3DF1BD1-8A3E-4EC5-AB74-BCBD456B58FE}">
      <dgm:prSet/>
      <dgm:spPr/>
      <dgm:t>
        <a:bodyPr/>
        <a:lstStyle/>
        <a:p>
          <a:endParaRPr lang="en-IN"/>
        </a:p>
      </dgm:t>
    </dgm:pt>
    <dgm:pt modelId="{0FE5E1C8-43CA-4B4A-A01C-D82FD9A07344}" type="pres">
      <dgm:prSet presAssocID="{DECD6E1A-6A68-4935-A59D-E52451DF7065}" presName="Name0" presStyleCnt="0">
        <dgm:presLayoutVars>
          <dgm:dir/>
          <dgm:animLvl val="lvl"/>
          <dgm:resizeHandles val="exact"/>
        </dgm:presLayoutVars>
      </dgm:prSet>
      <dgm:spPr/>
    </dgm:pt>
    <dgm:pt modelId="{99575393-6E56-4E1F-9CDE-4B07AD48F4F6}" type="pres">
      <dgm:prSet presAssocID="{46CC5385-11A6-49A2-91B1-583EEBD25780}" presName="composite" presStyleCnt="0"/>
      <dgm:spPr/>
    </dgm:pt>
    <dgm:pt modelId="{18D832D7-A95C-44E7-A10C-3BF8C5AA8197}" type="pres">
      <dgm:prSet presAssocID="{46CC5385-11A6-49A2-91B1-583EEBD25780}" presName="parTx" presStyleLbl="alignNode1" presStyleIdx="0" presStyleCnt="2">
        <dgm:presLayoutVars>
          <dgm:chMax val="0"/>
          <dgm:chPref val="0"/>
          <dgm:bulletEnabled val="1"/>
        </dgm:presLayoutVars>
      </dgm:prSet>
      <dgm:spPr/>
    </dgm:pt>
    <dgm:pt modelId="{DF2EEEAC-0674-4F5A-9AF8-CA8A7721B6ED}" type="pres">
      <dgm:prSet presAssocID="{46CC5385-11A6-49A2-91B1-583EEBD25780}" presName="desTx" presStyleLbl="alignAccFollowNode1" presStyleIdx="0" presStyleCnt="2">
        <dgm:presLayoutVars>
          <dgm:bulletEnabled val="1"/>
        </dgm:presLayoutVars>
      </dgm:prSet>
      <dgm:spPr/>
    </dgm:pt>
    <dgm:pt modelId="{2E6445E2-5A2F-4FFD-A3D7-ED944EB94FDA}" type="pres">
      <dgm:prSet presAssocID="{32194CCD-C60E-42C8-97A7-4B1F15A132E1}" presName="space" presStyleCnt="0"/>
      <dgm:spPr/>
    </dgm:pt>
    <dgm:pt modelId="{8E0F3047-6DBD-41FF-AAE6-D293FEE63208}" type="pres">
      <dgm:prSet presAssocID="{9526ACAB-6890-4245-A3B2-AA765A274922}" presName="composite" presStyleCnt="0"/>
      <dgm:spPr/>
    </dgm:pt>
    <dgm:pt modelId="{D3FFF1D5-87D8-47DC-9E58-212A119A3BF5}" type="pres">
      <dgm:prSet presAssocID="{9526ACAB-6890-4245-A3B2-AA765A274922}" presName="parTx" presStyleLbl="alignNode1" presStyleIdx="1" presStyleCnt="2">
        <dgm:presLayoutVars>
          <dgm:chMax val="0"/>
          <dgm:chPref val="0"/>
          <dgm:bulletEnabled val="1"/>
        </dgm:presLayoutVars>
      </dgm:prSet>
      <dgm:spPr/>
    </dgm:pt>
    <dgm:pt modelId="{14CE5210-0420-43FD-8F71-6512E513A894}" type="pres">
      <dgm:prSet presAssocID="{9526ACAB-6890-4245-A3B2-AA765A274922}" presName="desTx" presStyleLbl="alignAccFollowNode1" presStyleIdx="1" presStyleCnt="2">
        <dgm:presLayoutVars>
          <dgm:bulletEnabled val="1"/>
        </dgm:presLayoutVars>
      </dgm:prSet>
      <dgm:spPr/>
    </dgm:pt>
  </dgm:ptLst>
  <dgm:cxnLst>
    <dgm:cxn modelId="{45ECEB07-3C80-4A34-9F30-52F911FC1721}" srcId="{9526ACAB-6890-4245-A3B2-AA765A274922}" destId="{BF8E6FA4-D3EE-4F91-8CB8-FE128E03E90A}" srcOrd="1" destOrd="0" parTransId="{F8F13C01-CD14-4F9C-A237-DB15122DB788}" sibTransId="{381F59AC-7586-436E-B0F3-7B148ABA0E16}"/>
    <dgm:cxn modelId="{294B8337-905D-443F-89B6-8CA12E8ACB41}" type="presOf" srcId="{9526ACAB-6890-4245-A3B2-AA765A274922}" destId="{D3FFF1D5-87D8-47DC-9E58-212A119A3BF5}" srcOrd="0" destOrd="0" presId="urn:microsoft.com/office/officeart/2005/8/layout/hList1"/>
    <dgm:cxn modelId="{7FE69737-3011-47E1-80C3-AC8524133E82}" type="presOf" srcId="{19C4A532-CA48-4610-AAAC-62A97677CD4D}" destId="{DF2EEEAC-0674-4F5A-9AF8-CA8A7721B6ED}" srcOrd="0" destOrd="4" presId="urn:microsoft.com/office/officeart/2005/8/layout/hList1"/>
    <dgm:cxn modelId="{A40BA93A-FA44-441D-8BFA-1C337AA85A72}" srcId="{DECD6E1A-6A68-4935-A59D-E52451DF7065}" destId="{9526ACAB-6890-4245-A3B2-AA765A274922}" srcOrd="1" destOrd="0" parTransId="{E5B1BBD0-3CA2-4120-AC7C-810A8C080155}" sibTransId="{92012123-FCEC-4483-AC20-8210D81DB2CC}"/>
    <dgm:cxn modelId="{58C6F748-0035-459E-9A58-8BE6E7A685DA}" srcId="{46CC5385-11A6-49A2-91B1-583EEBD25780}" destId="{19C4A532-CA48-4610-AAAC-62A97677CD4D}" srcOrd="4" destOrd="0" parTransId="{C5A4A04F-A46C-4E38-BF71-9EE6537E82DE}" sibTransId="{7AD55186-F6D6-4BD6-842A-83DE7C7EB516}"/>
    <dgm:cxn modelId="{583E8B69-564A-4969-82EF-67F23B06890E}" srcId="{46CC5385-11A6-49A2-91B1-583EEBD25780}" destId="{322784A8-F394-428A-99BD-4C54B84D8C92}" srcOrd="1" destOrd="0" parTransId="{6071D51C-3D9D-4904-808F-228FE8CCC69A}" sibTransId="{A21C0DD6-5A78-4A0C-8B3C-A29090F63362}"/>
    <dgm:cxn modelId="{37E01E4F-F84C-4CD1-86B1-8B89FB0776BD}" srcId="{9526ACAB-6890-4245-A3B2-AA765A274922}" destId="{B0BCF3D8-8C2A-4D92-BBAC-592FC17E341E}" srcOrd="0" destOrd="0" parTransId="{BFAFC4D9-B124-41E8-A2F7-CACD98E23775}" sibTransId="{73E92A63-0A61-4BFA-A898-74F522427FFA}"/>
    <dgm:cxn modelId="{1C4CB976-F00E-42C9-856F-1B465D6CC3E5}" type="presOf" srcId="{B0BCF3D8-8C2A-4D92-BBAC-592FC17E341E}" destId="{14CE5210-0420-43FD-8F71-6512E513A894}" srcOrd="0" destOrd="0" presId="urn:microsoft.com/office/officeart/2005/8/layout/hList1"/>
    <dgm:cxn modelId="{79DA158C-F880-40F3-A656-7C119784BDAF}" srcId="{DECD6E1A-6A68-4935-A59D-E52451DF7065}" destId="{46CC5385-11A6-49A2-91B1-583EEBD25780}" srcOrd="0" destOrd="0" parTransId="{03AEE5A7-D758-4890-AD28-F455B9C36C70}" sibTransId="{32194CCD-C60E-42C8-97A7-4B1F15A132E1}"/>
    <dgm:cxn modelId="{8D8BB78D-363C-44B7-8794-FFDEFC51A4D1}" srcId="{46CC5385-11A6-49A2-91B1-583EEBD25780}" destId="{5980363E-3D5D-41F3-847B-99680A4D9C25}" srcOrd="0" destOrd="0" parTransId="{53426ABB-53E2-4B34-9E2F-DAC34F1E38C5}" sibTransId="{33C60C8F-678B-4293-BEDE-FC2915A7FFC7}"/>
    <dgm:cxn modelId="{615766A0-772E-4276-891D-488E85999802}" type="presOf" srcId="{EF9FB6BF-99BF-4B6E-AB79-CA424F61EA9C}" destId="{DF2EEEAC-0674-4F5A-9AF8-CA8A7721B6ED}" srcOrd="0" destOrd="2" presId="urn:microsoft.com/office/officeart/2005/8/layout/hList1"/>
    <dgm:cxn modelId="{9E6D67AC-E96E-4417-9285-5973E2806A54}" type="presOf" srcId="{B5033291-EC96-4232-8A9E-A6EEC2D0ACF6}" destId="{14CE5210-0420-43FD-8F71-6512E513A894}" srcOrd="0" destOrd="2" presId="urn:microsoft.com/office/officeart/2005/8/layout/hList1"/>
    <dgm:cxn modelId="{5438DDAE-2227-4235-ACE9-60A7AF83CCC4}" srcId="{46CC5385-11A6-49A2-91B1-583EEBD25780}" destId="{C8C33E93-4E24-4651-93A1-5C9ADD902D3F}" srcOrd="3" destOrd="0" parTransId="{C7EAC23E-D5AC-49DF-B203-7C35F19A1368}" sibTransId="{C6BEC309-B34E-4A91-8690-EFFFED8FBBF7}"/>
    <dgm:cxn modelId="{FA6F0AB6-2761-4C14-A79F-9D9426305B3C}" type="presOf" srcId="{C8C33E93-4E24-4651-93A1-5C9ADD902D3F}" destId="{DF2EEEAC-0674-4F5A-9AF8-CA8A7721B6ED}" srcOrd="0" destOrd="3" presId="urn:microsoft.com/office/officeart/2005/8/layout/hList1"/>
    <dgm:cxn modelId="{5B9E22BB-9418-4C90-9122-4ADE9ED6AA3A}" type="presOf" srcId="{BF8E6FA4-D3EE-4F91-8CB8-FE128E03E90A}" destId="{14CE5210-0420-43FD-8F71-6512E513A894}" srcOrd="0" destOrd="1" presId="urn:microsoft.com/office/officeart/2005/8/layout/hList1"/>
    <dgm:cxn modelId="{2E0A33BF-9439-4C15-891D-C0CC29D01D9B}" type="presOf" srcId="{5980363E-3D5D-41F3-847B-99680A4D9C25}" destId="{DF2EEEAC-0674-4F5A-9AF8-CA8A7721B6ED}" srcOrd="0" destOrd="0" presId="urn:microsoft.com/office/officeart/2005/8/layout/hList1"/>
    <dgm:cxn modelId="{F3DF1BD1-8A3E-4EC5-AB74-BCBD456B58FE}" srcId="{9526ACAB-6890-4245-A3B2-AA765A274922}" destId="{9A4320C2-A340-4387-A10F-CBBD941F07EF}" srcOrd="3" destOrd="0" parTransId="{E8045BBC-AE7D-4639-9D89-C99F8DD615E7}" sibTransId="{69A15DB8-CC6B-4659-A170-2D0D0975D760}"/>
    <dgm:cxn modelId="{096D9FD1-F1A3-43D4-95B9-2CC714806ABF}" srcId="{9526ACAB-6890-4245-A3B2-AA765A274922}" destId="{B5033291-EC96-4232-8A9E-A6EEC2D0ACF6}" srcOrd="2" destOrd="0" parTransId="{D95AB202-7357-46DA-9BDF-57953555DE52}" sibTransId="{1941CB06-ACAB-42B0-8C0B-63A11753964A}"/>
    <dgm:cxn modelId="{B84E96D2-4908-4462-AA49-79FB1E39AE04}" type="presOf" srcId="{DECD6E1A-6A68-4935-A59D-E52451DF7065}" destId="{0FE5E1C8-43CA-4B4A-A01C-D82FD9A07344}" srcOrd="0" destOrd="0" presId="urn:microsoft.com/office/officeart/2005/8/layout/hList1"/>
    <dgm:cxn modelId="{190414DC-F1DA-4D62-A8EA-F4EAB29E1A5C}" type="presOf" srcId="{9A4320C2-A340-4387-A10F-CBBD941F07EF}" destId="{14CE5210-0420-43FD-8F71-6512E513A894}" srcOrd="0" destOrd="3" presId="urn:microsoft.com/office/officeart/2005/8/layout/hList1"/>
    <dgm:cxn modelId="{45909AE4-C18A-4DCA-AA45-964DF23F47A7}" srcId="{46CC5385-11A6-49A2-91B1-583EEBD25780}" destId="{EF9FB6BF-99BF-4B6E-AB79-CA424F61EA9C}" srcOrd="2" destOrd="0" parTransId="{89D460C8-782F-4145-9323-085057B52498}" sibTransId="{4D19083C-E9CE-4F7C-BB95-4BC974F1FFAD}"/>
    <dgm:cxn modelId="{7964FBEB-BE1E-401E-972B-01093E99BC7E}" type="presOf" srcId="{322784A8-F394-428A-99BD-4C54B84D8C92}" destId="{DF2EEEAC-0674-4F5A-9AF8-CA8A7721B6ED}" srcOrd="0" destOrd="1" presId="urn:microsoft.com/office/officeart/2005/8/layout/hList1"/>
    <dgm:cxn modelId="{BBDE8AFA-5F05-47CD-AF17-C63729BF8E1E}" type="presOf" srcId="{46CC5385-11A6-49A2-91B1-583EEBD25780}" destId="{18D832D7-A95C-44E7-A10C-3BF8C5AA8197}" srcOrd="0" destOrd="0" presId="urn:microsoft.com/office/officeart/2005/8/layout/hList1"/>
    <dgm:cxn modelId="{7D20385B-7510-43DC-A4AA-3DE8EA674C45}" type="presParOf" srcId="{0FE5E1C8-43CA-4B4A-A01C-D82FD9A07344}" destId="{99575393-6E56-4E1F-9CDE-4B07AD48F4F6}" srcOrd="0" destOrd="0" presId="urn:microsoft.com/office/officeart/2005/8/layout/hList1"/>
    <dgm:cxn modelId="{93C475B2-53E5-4BD3-9360-B202586C9D8E}" type="presParOf" srcId="{99575393-6E56-4E1F-9CDE-4B07AD48F4F6}" destId="{18D832D7-A95C-44E7-A10C-3BF8C5AA8197}" srcOrd="0" destOrd="0" presId="urn:microsoft.com/office/officeart/2005/8/layout/hList1"/>
    <dgm:cxn modelId="{D1273CCF-5F6B-434A-BD45-92AA525269A5}" type="presParOf" srcId="{99575393-6E56-4E1F-9CDE-4B07AD48F4F6}" destId="{DF2EEEAC-0674-4F5A-9AF8-CA8A7721B6ED}" srcOrd="1" destOrd="0" presId="urn:microsoft.com/office/officeart/2005/8/layout/hList1"/>
    <dgm:cxn modelId="{E6FDF45D-2254-4D58-A799-90897C0B58ED}" type="presParOf" srcId="{0FE5E1C8-43CA-4B4A-A01C-D82FD9A07344}" destId="{2E6445E2-5A2F-4FFD-A3D7-ED944EB94FDA}" srcOrd="1" destOrd="0" presId="urn:microsoft.com/office/officeart/2005/8/layout/hList1"/>
    <dgm:cxn modelId="{AB6CF6FF-91C9-4207-8174-CC00BBFA3AF8}" type="presParOf" srcId="{0FE5E1C8-43CA-4B4A-A01C-D82FD9A07344}" destId="{8E0F3047-6DBD-41FF-AAE6-D293FEE63208}" srcOrd="2" destOrd="0" presId="urn:microsoft.com/office/officeart/2005/8/layout/hList1"/>
    <dgm:cxn modelId="{9430300D-52A5-4B42-96B6-9AD777EB8707}" type="presParOf" srcId="{8E0F3047-6DBD-41FF-AAE6-D293FEE63208}" destId="{D3FFF1D5-87D8-47DC-9E58-212A119A3BF5}" srcOrd="0" destOrd="0" presId="urn:microsoft.com/office/officeart/2005/8/layout/hList1"/>
    <dgm:cxn modelId="{89F0C795-1650-4875-BD4A-EE6C66AAB6D7}" type="presParOf" srcId="{8E0F3047-6DBD-41FF-AAE6-D293FEE63208}" destId="{14CE5210-0420-43FD-8F71-6512E513A89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60B4D8-58A6-449A-9282-EB31D5BE5164}"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en-IN"/>
        </a:p>
      </dgm:t>
    </dgm:pt>
    <dgm:pt modelId="{139991EF-D895-4046-8D78-DE3243C756D6}">
      <dgm:prSet/>
      <dgm:spPr/>
      <dgm:t>
        <a:bodyPr/>
        <a:lstStyle/>
        <a:p>
          <a:r>
            <a:rPr lang="en-US" b="1"/>
            <a:t>Advantages</a:t>
          </a:r>
          <a:endParaRPr lang="en-IN"/>
        </a:p>
      </dgm:t>
    </dgm:pt>
    <dgm:pt modelId="{FE304262-41F1-4B6E-B1E5-F8AA92A77885}" type="parTrans" cxnId="{4A9475BE-8C28-457A-AF0D-0C4F90C1A212}">
      <dgm:prSet/>
      <dgm:spPr/>
      <dgm:t>
        <a:bodyPr/>
        <a:lstStyle/>
        <a:p>
          <a:endParaRPr lang="en-IN"/>
        </a:p>
      </dgm:t>
    </dgm:pt>
    <dgm:pt modelId="{95230E46-87F6-4AFD-AFC2-1B6E111D34E1}" type="sibTrans" cxnId="{4A9475BE-8C28-457A-AF0D-0C4F90C1A212}">
      <dgm:prSet/>
      <dgm:spPr/>
      <dgm:t>
        <a:bodyPr/>
        <a:lstStyle/>
        <a:p>
          <a:endParaRPr lang="en-IN"/>
        </a:p>
      </dgm:t>
    </dgm:pt>
    <dgm:pt modelId="{79DA52E3-33A0-4429-AB93-FF60EAC58BE3}">
      <dgm:prSet/>
      <dgm:spPr/>
      <dgm:t>
        <a:bodyPr/>
        <a:lstStyle/>
        <a:p>
          <a:r>
            <a:rPr lang="en-US"/>
            <a:t>No app installation required</a:t>
          </a:r>
          <a:endParaRPr lang="en-IN"/>
        </a:p>
      </dgm:t>
    </dgm:pt>
    <dgm:pt modelId="{5234ECC8-B804-49F9-8424-A29B228644C5}" type="parTrans" cxnId="{BCA6C7C3-86E8-43EB-A026-3754D8757355}">
      <dgm:prSet/>
      <dgm:spPr/>
      <dgm:t>
        <a:bodyPr/>
        <a:lstStyle/>
        <a:p>
          <a:endParaRPr lang="en-IN"/>
        </a:p>
      </dgm:t>
    </dgm:pt>
    <dgm:pt modelId="{DBF2E0C3-1583-498C-BBDD-7B543E696BF9}" type="sibTrans" cxnId="{BCA6C7C3-86E8-43EB-A026-3754D8757355}">
      <dgm:prSet/>
      <dgm:spPr/>
      <dgm:t>
        <a:bodyPr/>
        <a:lstStyle/>
        <a:p>
          <a:endParaRPr lang="en-IN"/>
        </a:p>
      </dgm:t>
    </dgm:pt>
    <dgm:pt modelId="{7D1C4E3D-9B49-4284-B0EB-A662954BC8B9}">
      <dgm:prSet/>
      <dgm:spPr/>
      <dgm:t>
        <a:bodyPr/>
        <a:lstStyle/>
        <a:p>
          <a:r>
            <a:rPr lang="en-US"/>
            <a:t>Faster queue and order management</a:t>
          </a:r>
          <a:endParaRPr lang="en-IN"/>
        </a:p>
      </dgm:t>
    </dgm:pt>
    <dgm:pt modelId="{FCC48222-0682-42B7-A48C-80A80A1DACCC}" type="parTrans" cxnId="{C6E287B0-8E4C-4859-B93F-30ABE310DC5A}">
      <dgm:prSet/>
      <dgm:spPr/>
      <dgm:t>
        <a:bodyPr/>
        <a:lstStyle/>
        <a:p>
          <a:endParaRPr lang="en-IN"/>
        </a:p>
      </dgm:t>
    </dgm:pt>
    <dgm:pt modelId="{AB3428A5-5351-402C-A5BB-ED54F0D0301E}" type="sibTrans" cxnId="{C6E287B0-8E4C-4859-B93F-30ABE310DC5A}">
      <dgm:prSet/>
      <dgm:spPr/>
      <dgm:t>
        <a:bodyPr/>
        <a:lstStyle/>
        <a:p>
          <a:endParaRPr lang="en-IN"/>
        </a:p>
      </dgm:t>
    </dgm:pt>
    <dgm:pt modelId="{C2409123-A105-4F8C-B7DD-426E2C389D72}">
      <dgm:prSet/>
      <dgm:spPr/>
      <dgm:t>
        <a:bodyPr/>
        <a:lstStyle/>
        <a:p>
          <a:r>
            <a:rPr lang="en-US"/>
            <a:t>Reduced dependency on waiters</a:t>
          </a:r>
          <a:endParaRPr lang="en-IN"/>
        </a:p>
      </dgm:t>
    </dgm:pt>
    <dgm:pt modelId="{032A2DC4-EE21-4254-9885-42CDA1D67F2F}" type="parTrans" cxnId="{9F204C8E-746F-4DB0-A0DF-B8778CD21090}">
      <dgm:prSet/>
      <dgm:spPr/>
      <dgm:t>
        <a:bodyPr/>
        <a:lstStyle/>
        <a:p>
          <a:endParaRPr lang="en-IN"/>
        </a:p>
      </dgm:t>
    </dgm:pt>
    <dgm:pt modelId="{22EEED6E-691E-488C-BD07-A16DBD4B8D5C}" type="sibTrans" cxnId="{9F204C8E-746F-4DB0-A0DF-B8778CD21090}">
      <dgm:prSet/>
      <dgm:spPr/>
      <dgm:t>
        <a:bodyPr/>
        <a:lstStyle/>
        <a:p>
          <a:endParaRPr lang="en-IN"/>
        </a:p>
      </dgm:t>
    </dgm:pt>
    <dgm:pt modelId="{1AA0F9A7-BF6D-4BDB-9C78-4F7EE2F1E8C6}">
      <dgm:prSet/>
      <dgm:spPr/>
      <dgm:t>
        <a:bodyPr/>
        <a:lstStyle/>
        <a:p>
          <a:r>
            <a:rPr lang="en-US"/>
            <a:t>Elder-friendly and easy to use</a:t>
          </a:r>
          <a:endParaRPr lang="en-IN"/>
        </a:p>
      </dgm:t>
    </dgm:pt>
    <dgm:pt modelId="{D831AE02-2BAA-42E8-878B-8F1BD8FBEFD3}" type="parTrans" cxnId="{AFDFA284-F156-4B51-AC24-603B7A6F2325}">
      <dgm:prSet/>
      <dgm:spPr/>
      <dgm:t>
        <a:bodyPr/>
        <a:lstStyle/>
        <a:p>
          <a:endParaRPr lang="en-IN"/>
        </a:p>
      </dgm:t>
    </dgm:pt>
    <dgm:pt modelId="{49797478-563E-4CCF-A948-8A617107F270}" type="sibTrans" cxnId="{AFDFA284-F156-4B51-AC24-603B7A6F2325}">
      <dgm:prSet/>
      <dgm:spPr/>
      <dgm:t>
        <a:bodyPr/>
        <a:lstStyle/>
        <a:p>
          <a:endParaRPr lang="en-IN"/>
        </a:p>
      </dgm:t>
    </dgm:pt>
    <dgm:pt modelId="{CD34114B-B9F8-420C-AF98-CDA334B166F7}">
      <dgm:prSet/>
      <dgm:spPr/>
      <dgm:t>
        <a:bodyPr/>
        <a:lstStyle/>
        <a:p>
          <a:r>
            <a:rPr lang="en-US"/>
            <a:t>Improves customer experience</a:t>
          </a:r>
          <a:endParaRPr lang="en-IN"/>
        </a:p>
      </dgm:t>
    </dgm:pt>
    <dgm:pt modelId="{ED368270-1DE4-4E29-BC56-F02956791496}" type="parTrans" cxnId="{8029262C-0214-4854-8C33-2B6EB5BB7160}">
      <dgm:prSet/>
      <dgm:spPr/>
      <dgm:t>
        <a:bodyPr/>
        <a:lstStyle/>
        <a:p>
          <a:endParaRPr lang="en-IN"/>
        </a:p>
      </dgm:t>
    </dgm:pt>
    <dgm:pt modelId="{64F24C1A-F32C-4A20-A313-547940EEB2A6}" type="sibTrans" cxnId="{8029262C-0214-4854-8C33-2B6EB5BB7160}">
      <dgm:prSet/>
      <dgm:spPr/>
      <dgm:t>
        <a:bodyPr/>
        <a:lstStyle/>
        <a:p>
          <a:endParaRPr lang="en-IN"/>
        </a:p>
      </dgm:t>
    </dgm:pt>
    <dgm:pt modelId="{D5EEB9D2-D1DE-4552-B897-D1614A35C5DB}" type="pres">
      <dgm:prSet presAssocID="{9060B4D8-58A6-449A-9282-EB31D5BE5164}" presName="compositeShape" presStyleCnt="0">
        <dgm:presLayoutVars>
          <dgm:chMax val="7"/>
          <dgm:dir/>
          <dgm:resizeHandles val="exact"/>
        </dgm:presLayoutVars>
      </dgm:prSet>
      <dgm:spPr/>
    </dgm:pt>
    <dgm:pt modelId="{67AAD707-E83E-4A41-B038-61C3CC7F9B12}" type="pres">
      <dgm:prSet presAssocID="{139991EF-D895-4046-8D78-DE3243C756D6}" presName="circ1" presStyleLbl="vennNode1" presStyleIdx="0" presStyleCnt="6"/>
      <dgm:spPr/>
    </dgm:pt>
    <dgm:pt modelId="{4F14AEF4-A767-495C-ACD3-3428C7A58C38}" type="pres">
      <dgm:prSet presAssocID="{139991EF-D895-4046-8D78-DE3243C756D6}" presName="circ1Tx" presStyleLbl="revTx" presStyleIdx="0" presStyleCnt="0">
        <dgm:presLayoutVars>
          <dgm:chMax val="0"/>
          <dgm:chPref val="0"/>
          <dgm:bulletEnabled val="1"/>
        </dgm:presLayoutVars>
      </dgm:prSet>
      <dgm:spPr/>
    </dgm:pt>
    <dgm:pt modelId="{3B6D639C-BB3D-476A-B955-0D3829FBB7B5}" type="pres">
      <dgm:prSet presAssocID="{79DA52E3-33A0-4429-AB93-FF60EAC58BE3}" presName="circ2" presStyleLbl="vennNode1" presStyleIdx="1" presStyleCnt="6"/>
      <dgm:spPr/>
    </dgm:pt>
    <dgm:pt modelId="{DF12D993-8B22-461F-8CAA-54563F0E74B3}" type="pres">
      <dgm:prSet presAssocID="{79DA52E3-33A0-4429-AB93-FF60EAC58BE3}" presName="circ2Tx" presStyleLbl="revTx" presStyleIdx="0" presStyleCnt="0">
        <dgm:presLayoutVars>
          <dgm:chMax val="0"/>
          <dgm:chPref val="0"/>
          <dgm:bulletEnabled val="1"/>
        </dgm:presLayoutVars>
      </dgm:prSet>
      <dgm:spPr/>
    </dgm:pt>
    <dgm:pt modelId="{60F106C7-1921-4D67-9CF8-B399AABEE3B7}" type="pres">
      <dgm:prSet presAssocID="{7D1C4E3D-9B49-4284-B0EB-A662954BC8B9}" presName="circ3" presStyleLbl="vennNode1" presStyleIdx="2" presStyleCnt="6"/>
      <dgm:spPr/>
    </dgm:pt>
    <dgm:pt modelId="{EE0843F8-1206-4319-8897-9A593999287D}" type="pres">
      <dgm:prSet presAssocID="{7D1C4E3D-9B49-4284-B0EB-A662954BC8B9}" presName="circ3Tx" presStyleLbl="revTx" presStyleIdx="0" presStyleCnt="0">
        <dgm:presLayoutVars>
          <dgm:chMax val="0"/>
          <dgm:chPref val="0"/>
          <dgm:bulletEnabled val="1"/>
        </dgm:presLayoutVars>
      </dgm:prSet>
      <dgm:spPr/>
    </dgm:pt>
    <dgm:pt modelId="{5484B47D-E81E-4A08-ACD7-3F7868A20323}" type="pres">
      <dgm:prSet presAssocID="{C2409123-A105-4F8C-B7DD-426E2C389D72}" presName="circ4" presStyleLbl="vennNode1" presStyleIdx="3" presStyleCnt="6"/>
      <dgm:spPr/>
    </dgm:pt>
    <dgm:pt modelId="{2B74883B-AF62-43EA-A9FA-DB922D67DDF7}" type="pres">
      <dgm:prSet presAssocID="{C2409123-A105-4F8C-B7DD-426E2C389D72}" presName="circ4Tx" presStyleLbl="revTx" presStyleIdx="0" presStyleCnt="0">
        <dgm:presLayoutVars>
          <dgm:chMax val="0"/>
          <dgm:chPref val="0"/>
          <dgm:bulletEnabled val="1"/>
        </dgm:presLayoutVars>
      </dgm:prSet>
      <dgm:spPr/>
    </dgm:pt>
    <dgm:pt modelId="{0DA7EC71-0D81-4EFC-9CD2-B211E8AE0FF0}" type="pres">
      <dgm:prSet presAssocID="{1AA0F9A7-BF6D-4BDB-9C78-4F7EE2F1E8C6}" presName="circ5" presStyleLbl="vennNode1" presStyleIdx="4" presStyleCnt="6"/>
      <dgm:spPr/>
    </dgm:pt>
    <dgm:pt modelId="{25C86758-B9C8-463B-9862-C89A80895D9E}" type="pres">
      <dgm:prSet presAssocID="{1AA0F9A7-BF6D-4BDB-9C78-4F7EE2F1E8C6}" presName="circ5Tx" presStyleLbl="revTx" presStyleIdx="0" presStyleCnt="0">
        <dgm:presLayoutVars>
          <dgm:chMax val="0"/>
          <dgm:chPref val="0"/>
          <dgm:bulletEnabled val="1"/>
        </dgm:presLayoutVars>
      </dgm:prSet>
      <dgm:spPr/>
    </dgm:pt>
    <dgm:pt modelId="{5B12BCF0-F68F-4558-BF54-2AC3CF9C7596}" type="pres">
      <dgm:prSet presAssocID="{CD34114B-B9F8-420C-AF98-CDA334B166F7}" presName="circ6" presStyleLbl="vennNode1" presStyleIdx="5" presStyleCnt="6"/>
      <dgm:spPr/>
    </dgm:pt>
    <dgm:pt modelId="{6F413207-FC7E-4C92-B580-5EA2E9284E26}" type="pres">
      <dgm:prSet presAssocID="{CD34114B-B9F8-420C-AF98-CDA334B166F7}" presName="circ6Tx" presStyleLbl="revTx" presStyleIdx="0" presStyleCnt="0">
        <dgm:presLayoutVars>
          <dgm:chMax val="0"/>
          <dgm:chPref val="0"/>
          <dgm:bulletEnabled val="1"/>
        </dgm:presLayoutVars>
      </dgm:prSet>
      <dgm:spPr/>
    </dgm:pt>
  </dgm:ptLst>
  <dgm:cxnLst>
    <dgm:cxn modelId="{8029262C-0214-4854-8C33-2B6EB5BB7160}" srcId="{9060B4D8-58A6-449A-9282-EB31D5BE5164}" destId="{CD34114B-B9F8-420C-AF98-CDA334B166F7}" srcOrd="5" destOrd="0" parTransId="{ED368270-1DE4-4E29-BC56-F02956791496}" sibTransId="{64F24C1A-F32C-4A20-A313-547940EEB2A6}"/>
    <dgm:cxn modelId="{CF885B4C-7F43-4BFB-B229-3DEF0507FA5D}" type="presOf" srcId="{CD34114B-B9F8-420C-AF98-CDA334B166F7}" destId="{6F413207-FC7E-4C92-B580-5EA2E9284E26}" srcOrd="0" destOrd="0" presId="urn:microsoft.com/office/officeart/2005/8/layout/venn1"/>
    <dgm:cxn modelId="{E5B1097D-DAA8-4605-8751-12BA1E998919}" type="presOf" srcId="{79DA52E3-33A0-4429-AB93-FF60EAC58BE3}" destId="{DF12D993-8B22-461F-8CAA-54563F0E74B3}" srcOrd="0" destOrd="0" presId="urn:microsoft.com/office/officeart/2005/8/layout/venn1"/>
    <dgm:cxn modelId="{AFDFA284-F156-4B51-AC24-603B7A6F2325}" srcId="{9060B4D8-58A6-449A-9282-EB31D5BE5164}" destId="{1AA0F9A7-BF6D-4BDB-9C78-4F7EE2F1E8C6}" srcOrd="4" destOrd="0" parTransId="{D831AE02-2BAA-42E8-878B-8F1BD8FBEFD3}" sibTransId="{49797478-563E-4CCF-A948-8A617107F270}"/>
    <dgm:cxn modelId="{9F204C8E-746F-4DB0-A0DF-B8778CD21090}" srcId="{9060B4D8-58A6-449A-9282-EB31D5BE5164}" destId="{C2409123-A105-4F8C-B7DD-426E2C389D72}" srcOrd="3" destOrd="0" parTransId="{032A2DC4-EE21-4254-9885-42CDA1D67F2F}" sibTransId="{22EEED6E-691E-488C-BD07-A16DBD4B8D5C}"/>
    <dgm:cxn modelId="{5FD5F99F-2684-471E-AE29-621193FB8335}" type="presOf" srcId="{C2409123-A105-4F8C-B7DD-426E2C389D72}" destId="{2B74883B-AF62-43EA-A9FA-DB922D67DDF7}" srcOrd="0" destOrd="0" presId="urn:microsoft.com/office/officeart/2005/8/layout/venn1"/>
    <dgm:cxn modelId="{953AC4AA-5493-4097-B9D7-CF05A5796EE0}" type="presOf" srcId="{9060B4D8-58A6-449A-9282-EB31D5BE5164}" destId="{D5EEB9D2-D1DE-4552-B897-D1614A35C5DB}" srcOrd="0" destOrd="0" presId="urn:microsoft.com/office/officeart/2005/8/layout/venn1"/>
    <dgm:cxn modelId="{5A74C2AB-B24C-40D5-95C7-55B0EF0021D8}" type="presOf" srcId="{7D1C4E3D-9B49-4284-B0EB-A662954BC8B9}" destId="{EE0843F8-1206-4319-8897-9A593999287D}" srcOrd="0" destOrd="0" presId="urn:microsoft.com/office/officeart/2005/8/layout/venn1"/>
    <dgm:cxn modelId="{C6E287B0-8E4C-4859-B93F-30ABE310DC5A}" srcId="{9060B4D8-58A6-449A-9282-EB31D5BE5164}" destId="{7D1C4E3D-9B49-4284-B0EB-A662954BC8B9}" srcOrd="2" destOrd="0" parTransId="{FCC48222-0682-42B7-A48C-80A80A1DACCC}" sibTransId="{AB3428A5-5351-402C-A5BB-ED54F0D0301E}"/>
    <dgm:cxn modelId="{4A9475BE-8C28-457A-AF0D-0C4F90C1A212}" srcId="{9060B4D8-58A6-449A-9282-EB31D5BE5164}" destId="{139991EF-D895-4046-8D78-DE3243C756D6}" srcOrd="0" destOrd="0" parTransId="{FE304262-41F1-4B6E-B1E5-F8AA92A77885}" sibTransId="{95230E46-87F6-4AFD-AFC2-1B6E111D34E1}"/>
    <dgm:cxn modelId="{BCA6C7C3-86E8-43EB-A026-3754D8757355}" srcId="{9060B4D8-58A6-449A-9282-EB31D5BE5164}" destId="{79DA52E3-33A0-4429-AB93-FF60EAC58BE3}" srcOrd="1" destOrd="0" parTransId="{5234ECC8-B804-49F9-8424-A29B228644C5}" sibTransId="{DBF2E0C3-1583-498C-BBDD-7B543E696BF9}"/>
    <dgm:cxn modelId="{72FE68C9-C30E-4FF1-9A8D-0700C5D172A2}" type="presOf" srcId="{1AA0F9A7-BF6D-4BDB-9C78-4F7EE2F1E8C6}" destId="{25C86758-B9C8-463B-9862-C89A80895D9E}" srcOrd="0" destOrd="0" presId="urn:microsoft.com/office/officeart/2005/8/layout/venn1"/>
    <dgm:cxn modelId="{4D043EE7-1501-449B-8D36-159C63228F50}" type="presOf" srcId="{139991EF-D895-4046-8D78-DE3243C756D6}" destId="{4F14AEF4-A767-495C-ACD3-3428C7A58C38}" srcOrd="0" destOrd="0" presId="urn:microsoft.com/office/officeart/2005/8/layout/venn1"/>
    <dgm:cxn modelId="{A858A12A-CB66-463C-B375-FF98028616ED}" type="presParOf" srcId="{D5EEB9D2-D1DE-4552-B897-D1614A35C5DB}" destId="{67AAD707-E83E-4A41-B038-61C3CC7F9B12}" srcOrd="0" destOrd="0" presId="urn:microsoft.com/office/officeart/2005/8/layout/venn1"/>
    <dgm:cxn modelId="{14A2E97A-8619-4423-AB45-008D043EFC09}" type="presParOf" srcId="{D5EEB9D2-D1DE-4552-B897-D1614A35C5DB}" destId="{4F14AEF4-A767-495C-ACD3-3428C7A58C38}" srcOrd="1" destOrd="0" presId="urn:microsoft.com/office/officeart/2005/8/layout/venn1"/>
    <dgm:cxn modelId="{4CC97FF7-572F-4A63-A246-2808FF5663F3}" type="presParOf" srcId="{D5EEB9D2-D1DE-4552-B897-D1614A35C5DB}" destId="{3B6D639C-BB3D-476A-B955-0D3829FBB7B5}" srcOrd="2" destOrd="0" presId="urn:microsoft.com/office/officeart/2005/8/layout/venn1"/>
    <dgm:cxn modelId="{9C846D15-1E4F-4F82-8332-2F6291F81599}" type="presParOf" srcId="{D5EEB9D2-D1DE-4552-B897-D1614A35C5DB}" destId="{DF12D993-8B22-461F-8CAA-54563F0E74B3}" srcOrd="3" destOrd="0" presId="urn:microsoft.com/office/officeart/2005/8/layout/venn1"/>
    <dgm:cxn modelId="{2A1A811F-E09A-4B4E-AFC4-D68B3B5C5887}" type="presParOf" srcId="{D5EEB9D2-D1DE-4552-B897-D1614A35C5DB}" destId="{60F106C7-1921-4D67-9CF8-B399AABEE3B7}" srcOrd="4" destOrd="0" presId="urn:microsoft.com/office/officeart/2005/8/layout/venn1"/>
    <dgm:cxn modelId="{06C97630-384E-4FE6-A847-4486CBC59717}" type="presParOf" srcId="{D5EEB9D2-D1DE-4552-B897-D1614A35C5DB}" destId="{EE0843F8-1206-4319-8897-9A593999287D}" srcOrd="5" destOrd="0" presId="urn:microsoft.com/office/officeart/2005/8/layout/venn1"/>
    <dgm:cxn modelId="{EE99AE02-997A-4054-9741-7D1969AF0531}" type="presParOf" srcId="{D5EEB9D2-D1DE-4552-B897-D1614A35C5DB}" destId="{5484B47D-E81E-4A08-ACD7-3F7868A20323}" srcOrd="6" destOrd="0" presId="urn:microsoft.com/office/officeart/2005/8/layout/venn1"/>
    <dgm:cxn modelId="{2534E936-5D96-48FE-BF49-076360787593}" type="presParOf" srcId="{D5EEB9D2-D1DE-4552-B897-D1614A35C5DB}" destId="{2B74883B-AF62-43EA-A9FA-DB922D67DDF7}" srcOrd="7" destOrd="0" presId="urn:microsoft.com/office/officeart/2005/8/layout/venn1"/>
    <dgm:cxn modelId="{74F31A23-AD8E-4DD4-8A2D-76ED011BDB04}" type="presParOf" srcId="{D5EEB9D2-D1DE-4552-B897-D1614A35C5DB}" destId="{0DA7EC71-0D81-4EFC-9CD2-B211E8AE0FF0}" srcOrd="8" destOrd="0" presId="urn:microsoft.com/office/officeart/2005/8/layout/venn1"/>
    <dgm:cxn modelId="{AC0562DA-F2F9-4BA4-A76F-99B0E0BF9774}" type="presParOf" srcId="{D5EEB9D2-D1DE-4552-B897-D1614A35C5DB}" destId="{25C86758-B9C8-463B-9862-C89A80895D9E}" srcOrd="9" destOrd="0" presId="urn:microsoft.com/office/officeart/2005/8/layout/venn1"/>
    <dgm:cxn modelId="{02BF66A4-6D39-441E-AB84-80ED9DBDBD72}" type="presParOf" srcId="{D5EEB9D2-D1DE-4552-B897-D1614A35C5DB}" destId="{5B12BCF0-F68F-4558-BF54-2AC3CF9C7596}" srcOrd="10" destOrd="0" presId="urn:microsoft.com/office/officeart/2005/8/layout/venn1"/>
    <dgm:cxn modelId="{8D0CABE3-8039-4113-BE55-2E410AB270F6}" type="presParOf" srcId="{D5EEB9D2-D1DE-4552-B897-D1614A35C5DB}" destId="{6F413207-FC7E-4C92-B580-5EA2E9284E26}"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EFAF5B1-812A-4F78-A691-913EFA2C3EB4}"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en-IN"/>
        </a:p>
      </dgm:t>
    </dgm:pt>
    <dgm:pt modelId="{6B47D1E2-4F28-4782-941C-D42843B47D07}">
      <dgm:prSet/>
      <dgm:spPr/>
      <dgm:t>
        <a:bodyPr/>
        <a:lstStyle/>
        <a:p>
          <a:r>
            <a:rPr lang="en-US" dirty="0"/>
            <a:t>Requires stable internet connection</a:t>
          </a:r>
          <a:endParaRPr lang="en-IN" dirty="0"/>
        </a:p>
      </dgm:t>
    </dgm:pt>
    <dgm:pt modelId="{132F356B-047F-462C-BFA9-985A6B2ED25B}" type="parTrans" cxnId="{1187913B-6419-4525-BD06-BD162E36C255}">
      <dgm:prSet/>
      <dgm:spPr/>
      <dgm:t>
        <a:bodyPr/>
        <a:lstStyle/>
        <a:p>
          <a:endParaRPr lang="en-IN"/>
        </a:p>
      </dgm:t>
    </dgm:pt>
    <dgm:pt modelId="{52AEF093-EDC8-4613-BEA2-D2EA3BAA5260}" type="sibTrans" cxnId="{1187913B-6419-4525-BD06-BD162E36C255}">
      <dgm:prSet/>
      <dgm:spPr/>
      <dgm:t>
        <a:bodyPr/>
        <a:lstStyle/>
        <a:p>
          <a:endParaRPr lang="en-IN"/>
        </a:p>
      </dgm:t>
    </dgm:pt>
    <dgm:pt modelId="{38CA3E72-50E4-4975-B9BC-48AE171828F8}">
      <dgm:prSet/>
      <dgm:spPr/>
      <dgm:t>
        <a:bodyPr/>
        <a:lstStyle/>
        <a:p>
          <a:r>
            <a:rPr lang="en-US"/>
            <a:t>Limited notifications in QR-based system</a:t>
          </a:r>
          <a:endParaRPr lang="en-IN"/>
        </a:p>
      </dgm:t>
    </dgm:pt>
    <dgm:pt modelId="{562E62D9-0024-45A7-8E86-2DF23A223639}" type="parTrans" cxnId="{AAEA708C-15C5-494F-9EE9-4641BC6B8405}">
      <dgm:prSet/>
      <dgm:spPr/>
      <dgm:t>
        <a:bodyPr/>
        <a:lstStyle/>
        <a:p>
          <a:endParaRPr lang="en-IN"/>
        </a:p>
      </dgm:t>
    </dgm:pt>
    <dgm:pt modelId="{3EAFA3CC-EB46-4039-BD73-CEA25F57E151}" type="sibTrans" cxnId="{AAEA708C-15C5-494F-9EE9-4641BC6B8405}">
      <dgm:prSet/>
      <dgm:spPr/>
      <dgm:t>
        <a:bodyPr/>
        <a:lstStyle/>
        <a:p>
          <a:endParaRPr lang="en-IN"/>
        </a:p>
      </dgm:t>
    </dgm:pt>
    <dgm:pt modelId="{E979F4E1-52C3-4752-BFE2-BC13E7BC40DA}">
      <dgm:prSet/>
      <dgm:spPr/>
      <dgm:t>
        <a:bodyPr/>
        <a:lstStyle/>
        <a:p>
          <a:r>
            <a:rPr lang="en-US"/>
            <a:t>AI features require historical data</a:t>
          </a:r>
          <a:endParaRPr lang="en-IN"/>
        </a:p>
      </dgm:t>
    </dgm:pt>
    <dgm:pt modelId="{00CB0B7C-60FD-422D-853D-ABECFDA09119}" type="parTrans" cxnId="{AA92BEE2-FC56-4B2B-BAD1-3CE7EE84825D}">
      <dgm:prSet/>
      <dgm:spPr/>
      <dgm:t>
        <a:bodyPr/>
        <a:lstStyle/>
        <a:p>
          <a:endParaRPr lang="en-IN"/>
        </a:p>
      </dgm:t>
    </dgm:pt>
    <dgm:pt modelId="{1269DABA-68B3-4AC5-9EE4-237DCFC52F4E}" type="sibTrans" cxnId="{AA92BEE2-FC56-4B2B-BAD1-3CE7EE84825D}">
      <dgm:prSet/>
      <dgm:spPr/>
      <dgm:t>
        <a:bodyPr/>
        <a:lstStyle/>
        <a:p>
          <a:endParaRPr lang="en-IN"/>
        </a:p>
      </dgm:t>
    </dgm:pt>
    <dgm:pt modelId="{1B7A2DC6-CB51-44DD-BB5B-CDA2A4B81833}" type="pres">
      <dgm:prSet presAssocID="{AEFAF5B1-812A-4F78-A691-913EFA2C3EB4}" presName="compositeShape" presStyleCnt="0">
        <dgm:presLayoutVars>
          <dgm:chMax val="7"/>
          <dgm:dir/>
          <dgm:resizeHandles val="exact"/>
        </dgm:presLayoutVars>
      </dgm:prSet>
      <dgm:spPr/>
    </dgm:pt>
    <dgm:pt modelId="{8E18911C-B48F-4F12-BC7E-31D07BAE96E5}" type="pres">
      <dgm:prSet presAssocID="{6B47D1E2-4F28-4782-941C-D42843B47D07}" presName="circ1" presStyleLbl="vennNode1" presStyleIdx="0" presStyleCnt="3"/>
      <dgm:spPr/>
    </dgm:pt>
    <dgm:pt modelId="{CAD7644B-AC6D-460F-A005-6E3B9E03B70B}" type="pres">
      <dgm:prSet presAssocID="{6B47D1E2-4F28-4782-941C-D42843B47D07}" presName="circ1Tx" presStyleLbl="revTx" presStyleIdx="0" presStyleCnt="0">
        <dgm:presLayoutVars>
          <dgm:chMax val="0"/>
          <dgm:chPref val="0"/>
          <dgm:bulletEnabled val="1"/>
        </dgm:presLayoutVars>
      </dgm:prSet>
      <dgm:spPr/>
    </dgm:pt>
    <dgm:pt modelId="{58B9E3B9-2E45-4ACE-BA4D-85EB19576565}" type="pres">
      <dgm:prSet presAssocID="{38CA3E72-50E4-4975-B9BC-48AE171828F8}" presName="circ2" presStyleLbl="vennNode1" presStyleIdx="1" presStyleCnt="3"/>
      <dgm:spPr/>
    </dgm:pt>
    <dgm:pt modelId="{1F379456-FF0E-41C0-BB93-DD793C0DDB6D}" type="pres">
      <dgm:prSet presAssocID="{38CA3E72-50E4-4975-B9BC-48AE171828F8}" presName="circ2Tx" presStyleLbl="revTx" presStyleIdx="0" presStyleCnt="0">
        <dgm:presLayoutVars>
          <dgm:chMax val="0"/>
          <dgm:chPref val="0"/>
          <dgm:bulletEnabled val="1"/>
        </dgm:presLayoutVars>
      </dgm:prSet>
      <dgm:spPr/>
    </dgm:pt>
    <dgm:pt modelId="{DDE1CAD5-61CB-4E1D-AEF2-A0EA410D6DAB}" type="pres">
      <dgm:prSet presAssocID="{E979F4E1-52C3-4752-BFE2-BC13E7BC40DA}" presName="circ3" presStyleLbl="vennNode1" presStyleIdx="2" presStyleCnt="3"/>
      <dgm:spPr/>
    </dgm:pt>
    <dgm:pt modelId="{9443AAFB-76F8-4886-8C9A-FFA40E5F39FD}" type="pres">
      <dgm:prSet presAssocID="{E979F4E1-52C3-4752-BFE2-BC13E7BC40DA}" presName="circ3Tx" presStyleLbl="revTx" presStyleIdx="0" presStyleCnt="0">
        <dgm:presLayoutVars>
          <dgm:chMax val="0"/>
          <dgm:chPref val="0"/>
          <dgm:bulletEnabled val="1"/>
        </dgm:presLayoutVars>
      </dgm:prSet>
      <dgm:spPr/>
    </dgm:pt>
  </dgm:ptLst>
  <dgm:cxnLst>
    <dgm:cxn modelId="{041EB419-7A88-449C-B3BA-663C714744A1}" type="presOf" srcId="{6B47D1E2-4F28-4782-941C-D42843B47D07}" destId="{CAD7644B-AC6D-460F-A005-6E3B9E03B70B}" srcOrd="1" destOrd="0" presId="urn:microsoft.com/office/officeart/2005/8/layout/venn1"/>
    <dgm:cxn modelId="{1187913B-6419-4525-BD06-BD162E36C255}" srcId="{AEFAF5B1-812A-4F78-A691-913EFA2C3EB4}" destId="{6B47D1E2-4F28-4782-941C-D42843B47D07}" srcOrd="0" destOrd="0" parTransId="{132F356B-047F-462C-BFA9-985A6B2ED25B}" sibTransId="{52AEF093-EDC8-4613-BEA2-D2EA3BAA5260}"/>
    <dgm:cxn modelId="{1CFEDE5D-3E35-40EE-B2F5-0C0C5EA8DACE}" type="presOf" srcId="{6B47D1E2-4F28-4782-941C-D42843B47D07}" destId="{8E18911C-B48F-4F12-BC7E-31D07BAE96E5}" srcOrd="0" destOrd="0" presId="urn:microsoft.com/office/officeart/2005/8/layout/venn1"/>
    <dgm:cxn modelId="{E438D343-B138-4B5A-9FF4-81AE848DFFFF}" type="presOf" srcId="{E979F4E1-52C3-4752-BFE2-BC13E7BC40DA}" destId="{9443AAFB-76F8-4886-8C9A-FFA40E5F39FD}" srcOrd="1" destOrd="0" presId="urn:microsoft.com/office/officeart/2005/8/layout/venn1"/>
    <dgm:cxn modelId="{C437A677-A25D-406E-B63C-68A78157B2E8}" type="presOf" srcId="{E979F4E1-52C3-4752-BFE2-BC13E7BC40DA}" destId="{DDE1CAD5-61CB-4E1D-AEF2-A0EA410D6DAB}" srcOrd="0" destOrd="0" presId="urn:microsoft.com/office/officeart/2005/8/layout/venn1"/>
    <dgm:cxn modelId="{83ADCE88-97BE-455C-BAF8-F7732A9B021E}" type="presOf" srcId="{38CA3E72-50E4-4975-B9BC-48AE171828F8}" destId="{58B9E3B9-2E45-4ACE-BA4D-85EB19576565}" srcOrd="0" destOrd="0" presId="urn:microsoft.com/office/officeart/2005/8/layout/venn1"/>
    <dgm:cxn modelId="{AAEA708C-15C5-494F-9EE9-4641BC6B8405}" srcId="{AEFAF5B1-812A-4F78-A691-913EFA2C3EB4}" destId="{38CA3E72-50E4-4975-B9BC-48AE171828F8}" srcOrd="1" destOrd="0" parTransId="{562E62D9-0024-45A7-8E86-2DF23A223639}" sibTransId="{3EAFA3CC-EB46-4039-BD73-CEA25F57E151}"/>
    <dgm:cxn modelId="{AA92BEE2-FC56-4B2B-BAD1-3CE7EE84825D}" srcId="{AEFAF5B1-812A-4F78-A691-913EFA2C3EB4}" destId="{E979F4E1-52C3-4752-BFE2-BC13E7BC40DA}" srcOrd="2" destOrd="0" parTransId="{00CB0B7C-60FD-422D-853D-ABECFDA09119}" sibTransId="{1269DABA-68B3-4AC5-9EE4-237DCFC52F4E}"/>
    <dgm:cxn modelId="{52158BF0-79A2-40C5-99AC-BC5AF37D178F}" type="presOf" srcId="{38CA3E72-50E4-4975-B9BC-48AE171828F8}" destId="{1F379456-FF0E-41C0-BB93-DD793C0DDB6D}" srcOrd="1" destOrd="0" presId="urn:microsoft.com/office/officeart/2005/8/layout/venn1"/>
    <dgm:cxn modelId="{4AC091FF-8232-443E-A349-41D02C32E3BC}" type="presOf" srcId="{AEFAF5B1-812A-4F78-A691-913EFA2C3EB4}" destId="{1B7A2DC6-CB51-44DD-BB5B-CDA2A4B81833}" srcOrd="0" destOrd="0" presId="urn:microsoft.com/office/officeart/2005/8/layout/venn1"/>
    <dgm:cxn modelId="{6A5EFDBB-A2D0-4B9B-A7BD-1E53CEF514EF}" type="presParOf" srcId="{1B7A2DC6-CB51-44DD-BB5B-CDA2A4B81833}" destId="{8E18911C-B48F-4F12-BC7E-31D07BAE96E5}" srcOrd="0" destOrd="0" presId="urn:microsoft.com/office/officeart/2005/8/layout/venn1"/>
    <dgm:cxn modelId="{8253314B-FF57-4A2D-AD86-EC85B2C8BD2E}" type="presParOf" srcId="{1B7A2DC6-CB51-44DD-BB5B-CDA2A4B81833}" destId="{CAD7644B-AC6D-460F-A005-6E3B9E03B70B}" srcOrd="1" destOrd="0" presId="urn:microsoft.com/office/officeart/2005/8/layout/venn1"/>
    <dgm:cxn modelId="{9C63DF9E-6079-4D2F-B047-69A68339D520}" type="presParOf" srcId="{1B7A2DC6-CB51-44DD-BB5B-CDA2A4B81833}" destId="{58B9E3B9-2E45-4ACE-BA4D-85EB19576565}" srcOrd="2" destOrd="0" presId="urn:microsoft.com/office/officeart/2005/8/layout/venn1"/>
    <dgm:cxn modelId="{7269E390-3E73-4F08-AEAE-AD63BB640A3F}" type="presParOf" srcId="{1B7A2DC6-CB51-44DD-BB5B-CDA2A4B81833}" destId="{1F379456-FF0E-41C0-BB93-DD793C0DDB6D}" srcOrd="3" destOrd="0" presId="urn:microsoft.com/office/officeart/2005/8/layout/venn1"/>
    <dgm:cxn modelId="{68074AC0-E79F-4AB1-B809-6B42A2CB1C72}" type="presParOf" srcId="{1B7A2DC6-CB51-44DD-BB5B-CDA2A4B81833}" destId="{DDE1CAD5-61CB-4E1D-AEF2-A0EA410D6DAB}" srcOrd="4" destOrd="0" presId="urn:microsoft.com/office/officeart/2005/8/layout/venn1"/>
    <dgm:cxn modelId="{4BBB5887-40A1-47EE-A561-D916145DBE07}" type="presParOf" srcId="{1B7A2DC6-CB51-44DD-BB5B-CDA2A4B81833}" destId="{9443AAFB-76F8-4886-8C9A-FFA40E5F39FD}" srcOrd="5" destOrd="0" presId="urn:microsoft.com/office/officeart/2005/8/layout/ven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B20635-5D92-40EF-AA6B-FCBD7E77F370}"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IN"/>
        </a:p>
      </dgm:t>
    </dgm:pt>
    <dgm:pt modelId="{AB90EE9F-978E-46D9-9743-41346C6F76BF}">
      <dgm:prSet custT="1"/>
      <dgm:spPr/>
      <dgm:t>
        <a:bodyPr/>
        <a:lstStyle/>
        <a:p>
          <a:r>
            <a:rPr lang="en-US" sz="1800"/>
            <a:t>The </a:t>
          </a:r>
          <a:r>
            <a:rPr lang="en-IN" sz="1800"/>
            <a:t>system modernizes restaurant operations.</a:t>
          </a:r>
        </a:p>
      </dgm:t>
    </dgm:pt>
    <dgm:pt modelId="{67CDC76A-4AF7-4F1A-9952-AFC7EC2AFE60}" type="parTrans" cxnId="{8678DDF1-C6D3-40EF-898F-53D88FE52A29}">
      <dgm:prSet/>
      <dgm:spPr/>
      <dgm:t>
        <a:bodyPr/>
        <a:lstStyle/>
        <a:p>
          <a:endParaRPr lang="en-IN"/>
        </a:p>
      </dgm:t>
    </dgm:pt>
    <dgm:pt modelId="{5D79C31D-F33C-401C-9AE1-85B10C90E687}" type="sibTrans" cxnId="{8678DDF1-C6D3-40EF-898F-53D88FE52A29}">
      <dgm:prSet/>
      <dgm:spPr/>
      <dgm:t>
        <a:bodyPr/>
        <a:lstStyle/>
        <a:p>
          <a:endParaRPr lang="en-IN"/>
        </a:p>
      </dgm:t>
    </dgm:pt>
    <dgm:pt modelId="{DDAF15E0-3D08-4867-817C-A56E4067491F}">
      <dgm:prSet custT="1"/>
      <dgm:spPr/>
      <dgm:t>
        <a:bodyPr/>
        <a:lstStyle/>
        <a:p>
          <a:r>
            <a:rPr lang="en-IN" sz="1800" dirty="0"/>
            <a:t>Automates queue, ordering, and billing processes</a:t>
          </a:r>
        </a:p>
      </dgm:t>
    </dgm:pt>
    <dgm:pt modelId="{E7A4715A-62D2-40C7-9FDB-5F99754423A4}" type="parTrans" cxnId="{F8DC50A1-969B-4D4B-95AC-73F2948515BE}">
      <dgm:prSet/>
      <dgm:spPr/>
      <dgm:t>
        <a:bodyPr/>
        <a:lstStyle/>
        <a:p>
          <a:endParaRPr lang="en-IN"/>
        </a:p>
      </dgm:t>
    </dgm:pt>
    <dgm:pt modelId="{029D4D1A-3F22-4E81-8A69-0F5191DA2C86}" type="sibTrans" cxnId="{F8DC50A1-969B-4D4B-95AC-73F2948515BE}">
      <dgm:prSet/>
      <dgm:spPr/>
      <dgm:t>
        <a:bodyPr/>
        <a:lstStyle/>
        <a:p>
          <a:endParaRPr lang="en-IN"/>
        </a:p>
      </dgm:t>
    </dgm:pt>
    <dgm:pt modelId="{14E66BFE-274E-4D78-B62E-DEC699B5A46A}">
      <dgm:prSet custT="1"/>
      <dgm:spPr/>
      <dgm:t>
        <a:bodyPr/>
        <a:lstStyle/>
        <a:p>
          <a:r>
            <a:rPr lang="en-US" sz="1800"/>
            <a:t>Improves efficiency and reduces operational cost</a:t>
          </a:r>
          <a:endParaRPr lang="en-IN" sz="1800"/>
        </a:p>
      </dgm:t>
    </dgm:pt>
    <dgm:pt modelId="{AE4D1AD5-BFB1-4660-93E5-F4AA5CB5D994}" type="parTrans" cxnId="{617E4B2A-A08D-4DC0-99CA-B7F93F30A893}">
      <dgm:prSet/>
      <dgm:spPr/>
      <dgm:t>
        <a:bodyPr/>
        <a:lstStyle/>
        <a:p>
          <a:endParaRPr lang="en-IN"/>
        </a:p>
      </dgm:t>
    </dgm:pt>
    <dgm:pt modelId="{B8351F09-4B19-4AD3-AA75-FDDBFD101190}" type="sibTrans" cxnId="{617E4B2A-A08D-4DC0-99CA-B7F93F30A893}">
      <dgm:prSet/>
      <dgm:spPr/>
      <dgm:t>
        <a:bodyPr/>
        <a:lstStyle/>
        <a:p>
          <a:endParaRPr lang="en-IN"/>
        </a:p>
      </dgm:t>
    </dgm:pt>
    <dgm:pt modelId="{2A8A991C-7ACD-4B86-A8FB-6BE70EA0DD93}">
      <dgm:prSet custT="1"/>
      <dgm:spPr/>
      <dgm:t>
        <a:bodyPr/>
        <a:lstStyle/>
        <a:p>
          <a:r>
            <a:rPr lang="en-US" sz="1800"/>
            <a:t>Ensures privacy and ease of use for customers</a:t>
          </a:r>
          <a:endParaRPr lang="en-IN" sz="1800"/>
        </a:p>
      </dgm:t>
    </dgm:pt>
    <dgm:pt modelId="{DE39AF79-C6FD-470A-8639-66E6D92EB641}" type="parTrans" cxnId="{10196B88-EC06-4953-8A70-272C7E6F1DF5}">
      <dgm:prSet/>
      <dgm:spPr/>
      <dgm:t>
        <a:bodyPr/>
        <a:lstStyle/>
        <a:p>
          <a:endParaRPr lang="en-IN"/>
        </a:p>
      </dgm:t>
    </dgm:pt>
    <dgm:pt modelId="{B689E356-71AB-43FC-A772-456ED27E8344}" type="sibTrans" cxnId="{10196B88-EC06-4953-8A70-272C7E6F1DF5}">
      <dgm:prSet/>
      <dgm:spPr/>
      <dgm:t>
        <a:bodyPr/>
        <a:lstStyle/>
        <a:p>
          <a:endParaRPr lang="en-IN"/>
        </a:p>
      </dgm:t>
    </dgm:pt>
    <dgm:pt modelId="{B268F485-C4D9-4E11-9641-7AA0E076FA99}">
      <dgm:prSet custT="1"/>
      <dgm:spPr/>
      <dgm:t>
        <a:bodyPr/>
        <a:lstStyle/>
        <a:p>
          <a:r>
            <a:rPr lang="en-US" sz="1800"/>
            <a:t>Can be expanded with AI-based smart features</a:t>
          </a:r>
          <a:endParaRPr lang="en-IN" sz="1800"/>
        </a:p>
      </dgm:t>
    </dgm:pt>
    <dgm:pt modelId="{4B8F2089-F4C0-4218-A66A-3EB194EED367}" type="parTrans" cxnId="{0F947CDA-72DC-4E3F-BC9A-26D8D081FAA2}">
      <dgm:prSet/>
      <dgm:spPr/>
      <dgm:t>
        <a:bodyPr/>
        <a:lstStyle/>
        <a:p>
          <a:endParaRPr lang="en-IN"/>
        </a:p>
      </dgm:t>
    </dgm:pt>
    <dgm:pt modelId="{EA2BDCCE-74E7-403C-A720-A4A01907769D}" type="sibTrans" cxnId="{0F947CDA-72DC-4E3F-BC9A-26D8D081FAA2}">
      <dgm:prSet/>
      <dgm:spPr/>
      <dgm:t>
        <a:bodyPr/>
        <a:lstStyle/>
        <a:p>
          <a:endParaRPr lang="en-IN"/>
        </a:p>
      </dgm:t>
    </dgm:pt>
    <dgm:pt modelId="{BABE96AA-7EB5-464F-AC58-2DC932EAC42E}">
      <dgm:prSet custT="1"/>
      <dgm:spPr/>
      <dgm:t>
        <a:bodyPr/>
        <a:lstStyle/>
        <a:p>
          <a:r>
            <a:rPr lang="en-US" sz="1800"/>
            <a:t>Suitable for restaurants of all sizes</a:t>
          </a:r>
          <a:endParaRPr lang="en-IN" sz="1800"/>
        </a:p>
      </dgm:t>
    </dgm:pt>
    <dgm:pt modelId="{60866EE2-C19C-47D5-899A-CE733B1D71FD}" type="parTrans" cxnId="{303FFF90-F3F1-4A7D-88F8-8259FEA77DFB}">
      <dgm:prSet/>
      <dgm:spPr/>
      <dgm:t>
        <a:bodyPr/>
        <a:lstStyle/>
        <a:p>
          <a:endParaRPr lang="en-IN"/>
        </a:p>
      </dgm:t>
    </dgm:pt>
    <dgm:pt modelId="{090DFF11-EA09-4DA0-B718-3B0649B3DE78}" type="sibTrans" cxnId="{303FFF90-F3F1-4A7D-88F8-8259FEA77DFB}">
      <dgm:prSet/>
      <dgm:spPr/>
      <dgm:t>
        <a:bodyPr/>
        <a:lstStyle/>
        <a:p>
          <a:endParaRPr lang="en-IN"/>
        </a:p>
      </dgm:t>
    </dgm:pt>
    <dgm:pt modelId="{E2194823-CCBE-42D8-B58E-F15B09868D30}" type="pres">
      <dgm:prSet presAssocID="{52B20635-5D92-40EF-AA6B-FCBD7E77F370}" presName="CompostProcess" presStyleCnt="0">
        <dgm:presLayoutVars>
          <dgm:dir/>
          <dgm:resizeHandles val="exact"/>
        </dgm:presLayoutVars>
      </dgm:prSet>
      <dgm:spPr/>
    </dgm:pt>
    <dgm:pt modelId="{356A5A57-E998-4F37-A563-9E1A2BA68E51}" type="pres">
      <dgm:prSet presAssocID="{52B20635-5D92-40EF-AA6B-FCBD7E77F370}" presName="arrow" presStyleLbl="bgShp" presStyleIdx="0" presStyleCnt="1"/>
      <dgm:spPr/>
    </dgm:pt>
    <dgm:pt modelId="{C4D01057-AD98-4548-B831-F46E47D98478}" type="pres">
      <dgm:prSet presAssocID="{52B20635-5D92-40EF-AA6B-FCBD7E77F370}" presName="linearProcess" presStyleCnt="0"/>
      <dgm:spPr/>
    </dgm:pt>
    <dgm:pt modelId="{42226746-9DD8-435F-A9A4-AB87C0F94EDE}" type="pres">
      <dgm:prSet presAssocID="{AB90EE9F-978E-46D9-9743-41346C6F76BF}" presName="textNode" presStyleLbl="node1" presStyleIdx="0" presStyleCnt="6">
        <dgm:presLayoutVars>
          <dgm:bulletEnabled val="1"/>
        </dgm:presLayoutVars>
      </dgm:prSet>
      <dgm:spPr/>
    </dgm:pt>
    <dgm:pt modelId="{780BC8CB-938F-461A-B7C0-4AA64CBAD515}" type="pres">
      <dgm:prSet presAssocID="{5D79C31D-F33C-401C-9AE1-85B10C90E687}" presName="sibTrans" presStyleCnt="0"/>
      <dgm:spPr/>
    </dgm:pt>
    <dgm:pt modelId="{F14BF158-44B9-41A9-89C3-D388F4C8B96E}" type="pres">
      <dgm:prSet presAssocID="{DDAF15E0-3D08-4867-817C-A56E4067491F}" presName="textNode" presStyleLbl="node1" presStyleIdx="1" presStyleCnt="6">
        <dgm:presLayoutVars>
          <dgm:bulletEnabled val="1"/>
        </dgm:presLayoutVars>
      </dgm:prSet>
      <dgm:spPr/>
    </dgm:pt>
    <dgm:pt modelId="{DB5EFEED-E8CE-45C7-967B-8F19461D02B9}" type="pres">
      <dgm:prSet presAssocID="{029D4D1A-3F22-4E81-8A69-0F5191DA2C86}" presName="sibTrans" presStyleCnt="0"/>
      <dgm:spPr/>
    </dgm:pt>
    <dgm:pt modelId="{B2DBE2BF-F707-403E-A003-FAD627C59E29}" type="pres">
      <dgm:prSet presAssocID="{14E66BFE-274E-4D78-B62E-DEC699B5A46A}" presName="textNode" presStyleLbl="node1" presStyleIdx="2" presStyleCnt="6">
        <dgm:presLayoutVars>
          <dgm:bulletEnabled val="1"/>
        </dgm:presLayoutVars>
      </dgm:prSet>
      <dgm:spPr/>
    </dgm:pt>
    <dgm:pt modelId="{C9144C23-0D6E-4FBB-87C6-231D60796600}" type="pres">
      <dgm:prSet presAssocID="{B8351F09-4B19-4AD3-AA75-FDDBFD101190}" presName="sibTrans" presStyleCnt="0"/>
      <dgm:spPr/>
    </dgm:pt>
    <dgm:pt modelId="{675A7681-FD60-4E17-B4F2-53024C91C123}" type="pres">
      <dgm:prSet presAssocID="{2A8A991C-7ACD-4B86-A8FB-6BE70EA0DD93}" presName="textNode" presStyleLbl="node1" presStyleIdx="3" presStyleCnt="6">
        <dgm:presLayoutVars>
          <dgm:bulletEnabled val="1"/>
        </dgm:presLayoutVars>
      </dgm:prSet>
      <dgm:spPr/>
    </dgm:pt>
    <dgm:pt modelId="{626923D0-82B7-4F51-BF6B-6D64CEA6FD26}" type="pres">
      <dgm:prSet presAssocID="{B689E356-71AB-43FC-A772-456ED27E8344}" presName="sibTrans" presStyleCnt="0"/>
      <dgm:spPr/>
    </dgm:pt>
    <dgm:pt modelId="{B5C17E4D-8CD6-4BA3-854B-42B35C5222DB}" type="pres">
      <dgm:prSet presAssocID="{B268F485-C4D9-4E11-9641-7AA0E076FA99}" presName="textNode" presStyleLbl="node1" presStyleIdx="4" presStyleCnt="6">
        <dgm:presLayoutVars>
          <dgm:bulletEnabled val="1"/>
        </dgm:presLayoutVars>
      </dgm:prSet>
      <dgm:spPr/>
    </dgm:pt>
    <dgm:pt modelId="{FB66B45B-6565-4173-9113-5022EE17C7CF}" type="pres">
      <dgm:prSet presAssocID="{EA2BDCCE-74E7-403C-A720-A4A01907769D}" presName="sibTrans" presStyleCnt="0"/>
      <dgm:spPr/>
    </dgm:pt>
    <dgm:pt modelId="{2CF8131C-C4F5-4CE1-B73E-6140C5FFA073}" type="pres">
      <dgm:prSet presAssocID="{BABE96AA-7EB5-464F-AC58-2DC932EAC42E}" presName="textNode" presStyleLbl="node1" presStyleIdx="5" presStyleCnt="6">
        <dgm:presLayoutVars>
          <dgm:bulletEnabled val="1"/>
        </dgm:presLayoutVars>
      </dgm:prSet>
      <dgm:spPr/>
    </dgm:pt>
  </dgm:ptLst>
  <dgm:cxnLst>
    <dgm:cxn modelId="{617E4B2A-A08D-4DC0-99CA-B7F93F30A893}" srcId="{52B20635-5D92-40EF-AA6B-FCBD7E77F370}" destId="{14E66BFE-274E-4D78-B62E-DEC699B5A46A}" srcOrd="2" destOrd="0" parTransId="{AE4D1AD5-BFB1-4660-93E5-F4AA5CB5D994}" sibTransId="{B8351F09-4B19-4AD3-AA75-FDDBFD101190}"/>
    <dgm:cxn modelId="{7B0B4D62-6D7B-4EC1-B670-C843937FD7FD}" type="presOf" srcId="{DDAF15E0-3D08-4867-817C-A56E4067491F}" destId="{F14BF158-44B9-41A9-89C3-D388F4C8B96E}" srcOrd="0" destOrd="0" presId="urn:microsoft.com/office/officeart/2005/8/layout/hProcess9"/>
    <dgm:cxn modelId="{B2592F72-B22F-4B34-A2FE-81BE5D49FDF3}" type="presOf" srcId="{2A8A991C-7ACD-4B86-A8FB-6BE70EA0DD93}" destId="{675A7681-FD60-4E17-B4F2-53024C91C123}" srcOrd="0" destOrd="0" presId="urn:microsoft.com/office/officeart/2005/8/layout/hProcess9"/>
    <dgm:cxn modelId="{9E8BE086-19DB-4480-AEC9-B64D94322050}" type="presOf" srcId="{BABE96AA-7EB5-464F-AC58-2DC932EAC42E}" destId="{2CF8131C-C4F5-4CE1-B73E-6140C5FFA073}" srcOrd="0" destOrd="0" presId="urn:microsoft.com/office/officeart/2005/8/layout/hProcess9"/>
    <dgm:cxn modelId="{10196B88-EC06-4953-8A70-272C7E6F1DF5}" srcId="{52B20635-5D92-40EF-AA6B-FCBD7E77F370}" destId="{2A8A991C-7ACD-4B86-A8FB-6BE70EA0DD93}" srcOrd="3" destOrd="0" parTransId="{DE39AF79-C6FD-470A-8639-66E6D92EB641}" sibTransId="{B689E356-71AB-43FC-A772-456ED27E8344}"/>
    <dgm:cxn modelId="{303FFF90-F3F1-4A7D-88F8-8259FEA77DFB}" srcId="{52B20635-5D92-40EF-AA6B-FCBD7E77F370}" destId="{BABE96AA-7EB5-464F-AC58-2DC932EAC42E}" srcOrd="5" destOrd="0" parTransId="{60866EE2-C19C-47D5-899A-CE733B1D71FD}" sibTransId="{090DFF11-EA09-4DA0-B718-3B0649B3DE78}"/>
    <dgm:cxn modelId="{12708798-DFD2-4887-B9A2-C2DE96F601EF}" type="presOf" srcId="{52B20635-5D92-40EF-AA6B-FCBD7E77F370}" destId="{E2194823-CCBE-42D8-B58E-F15B09868D30}" srcOrd="0" destOrd="0" presId="urn:microsoft.com/office/officeart/2005/8/layout/hProcess9"/>
    <dgm:cxn modelId="{F8DC50A1-969B-4D4B-95AC-73F2948515BE}" srcId="{52B20635-5D92-40EF-AA6B-FCBD7E77F370}" destId="{DDAF15E0-3D08-4867-817C-A56E4067491F}" srcOrd="1" destOrd="0" parTransId="{E7A4715A-62D2-40C7-9FDB-5F99754423A4}" sibTransId="{029D4D1A-3F22-4E81-8A69-0F5191DA2C86}"/>
    <dgm:cxn modelId="{F36F75AB-97F6-4547-B212-3E438B17A4F5}" type="presOf" srcId="{AB90EE9F-978E-46D9-9743-41346C6F76BF}" destId="{42226746-9DD8-435F-A9A4-AB87C0F94EDE}" srcOrd="0" destOrd="0" presId="urn:microsoft.com/office/officeart/2005/8/layout/hProcess9"/>
    <dgm:cxn modelId="{28018DAE-526C-4D74-996B-75DE92770303}" type="presOf" srcId="{14E66BFE-274E-4D78-B62E-DEC699B5A46A}" destId="{B2DBE2BF-F707-403E-A003-FAD627C59E29}" srcOrd="0" destOrd="0" presId="urn:microsoft.com/office/officeart/2005/8/layout/hProcess9"/>
    <dgm:cxn modelId="{2DFA5CAF-37D4-4688-8878-A04E92D1E933}" type="presOf" srcId="{B268F485-C4D9-4E11-9641-7AA0E076FA99}" destId="{B5C17E4D-8CD6-4BA3-854B-42B35C5222DB}" srcOrd="0" destOrd="0" presId="urn:microsoft.com/office/officeart/2005/8/layout/hProcess9"/>
    <dgm:cxn modelId="{0F947CDA-72DC-4E3F-BC9A-26D8D081FAA2}" srcId="{52B20635-5D92-40EF-AA6B-FCBD7E77F370}" destId="{B268F485-C4D9-4E11-9641-7AA0E076FA99}" srcOrd="4" destOrd="0" parTransId="{4B8F2089-F4C0-4218-A66A-3EB194EED367}" sibTransId="{EA2BDCCE-74E7-403C-A720-A4A01907769D}"/>
    <dgm:cxn modelId="{8678DDF1-C6D3-40EF-898F-53D88FE52A29}" srcId="{52B20635-5D92-40EF-AA6B-FCBD7E77F370}" destId="{AB90EE9F-978E-46D9-9743-41346C6F76BF}" srcOrd="0" destOrd="0" parTransId="{67CDC76A-4AF7-4F1A-9952-AFC7EC2AFE60}" sibTransId="{5D79C31D-F33C-401C-9AE1-85B10C90E687}"/>
    <dgm:cxn modelId="{2AAA6569-758B-4DF7-930C-F7F472676C3D}" type="presParOf" srcId="{E2194823-CCBE-42D8-B58E-F15B09868D30}" destId="{356A5A57-E998-4F37-A563-9E1A2BA68E51}" srcOrd="0" destOrd="0" presId="urn:microsoft.com/office/officeart/2005/8/layout/hProcess9"/>
    <dgm:cxn modelId="{213C55B9-7099-45E7-89FB-6AE4D6FEE140}" type="presParOf" srcId="{E2194823-CCBE-42D8-B58E-F15B09868D30}" destId="{C4D01057-AD98-4548-B831-F46E47D98478}" srcOrd="1" destOrd="0" presId="urn:microsoft.com/office/officeart/2005/8/layout/hProcess9"/>
    <dgm:cxn modelId="{840D77AA-5B76-4ECD-8730-003296E15150}" type="presParOf" srcId="{C4D01057-AD98-4548-B831-F46E47D98478}" destId="{42226746-9DD8-435F-A9A4-AB87C0F94EDE}" srcOrd="0" destOrd="0" presId="urn:microsoft.com/office/officeart/2005/8/layout/hProcess9"/>
    <dgm:cxn modelId="{0E168C46-5BEE-463B-8851-E2FF33DDC50C}" type="presParOf" srcId="{C4D01057-AD98-4548-B831-F46E47D98478}" destId="{780BC8CB-938F-461A-B7C0-4AA64CBAD515}" srcOrd="1" destOrd="0" presId="urn:microsoft.com/office/officeart/2005/8/layout/hProcess9"/>
    <dgm:cxn modelId="{C5F6FB9C-7DF8-439B-B3AB-EC9227243CF1}" type="presParOf" srcId="{C4D01057-AD98-4548-B831-F46E47D98478}" destId="{F14BF158-44B9-41A9-89C3-D388F4C8B96E}" srcOrd="2" destOrd="0" presId="urn:microsoft.com/office/officeart/2005/8/layout/hProcess9"/>
    <dgm:cxn modelId="{1427A70A-0691-49A3-BBBF-C0E1AE7FC0F6}" type="presParOf" srcId="{C4D01057-AD98-4548-B831-F46E47D98478}" destId="{DB5EFEED-E8CE-45C7-967B-8F19461D02B9}" srcOrd="3" destOrd="0" presId="urn:microsoft.com/office/officeart/2005/8/layout/hProcess9"/>
    <dgm:cxn modelId="{5C115328-4C11-4E06-BFA4-49B0AB0BCC13}" type="presParOf" srcId="{C4D01057-AD98-4548-B831-F46E47D98478}" destId="{B2DBE2BF-F707-403E-A003-FAD627C59E29}" srcOrd="4" destOrd="0" presId="urn:microsoft.com/office/officeart/2005/8/layout/hProcess9"/>
    <dgm:cxn modelId="{3D1A5A88-B0E9-4BFB-AC5C-E1BBC8FFB541}" type="presParOf" srcId="{C4D01057-AD98-4548-B831-F46E47D98478}" destId="{C9144C23-0D6E-4FBB-87C6-231D60796600}" srcOrd="5" destOrd="0" presId="urn:microsoft.com/office/officeart/2005/8/layout/hProcess9"/>
    <dgm:cxn modelId="{06B262D5-688E-4A1C-9A1D-00DBEF11FBB4}" type="presParOf" srcId="{C4D01057-AD98-4548-B831-F46E47D98478}" destId="{675A7681-FD60-4E17-B4F2-53024C91C123}" srcOrd="6" destOrd="0" presId="urn:microsoft.com/office/officeart/2005/8/layout/hProcess9"/>
    <dgm:cxn modelId="{5E0D8AA5-798D-44A9-ABAC-DD2806582D8A}" type="presParOf" srcId="{C4D01057-AD98-4548-B831-F46E47D98478}" destId="{626923D0-82B7-4F51-BF6B-6D64CEA6FD26}" srcOrd="7" destOrd="0" presId="urn:microsoft.com/office/officeart/2005/8/layout/hProcess9"/>
    <dgm:cxn modelId="{D1CA031D-6309-4864-8CAD-0888FDD181DA}" type="presParOf" srcId="{C4D01057-AD98-4548-B831-F46E47D98478}" destId="{B5C17E4D-8CD6-4BA3-854B-42B35C5222DB}" srcOrd="8" destOrd="0" presId="urn:microsoft.com/office/officeart/2005/8/layout/hProcess9"/>
    <dgm:cxn modelId="{70CDD282-239D-479C-A69D-63182C16130A}" type="presParOf" srcId="{C4D01057-AD98-4548-B831-F46E47D98478}" destId="{FB66B45B-6565-4173-9113-5022EE17C7CF}" srcOrd="9" destOrd="0" presId="urn:microsoft.com/office/officeart/2005/8/layout/hProcess9"/>
    <dgm:cxn modelId="{FC3BD149-DF59-4107-8E09-C88F4F2E3C73}" type="presParOf" srcId="{C4D01057-AD98-4548-B831-F46E47D98478}" destId="{2CF8131C-C4F5-4CE1-B73E-6140C5FFA073}"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692F2-7B83-4C61-8C77-FB184C575752}">
      <dsp:nvSpPr>
        <dsp:cNvPr id="0" name=""/>
        <dsp:cNvSpPr/>
      </dsp:nvSpPr>
      <dsp:spPr>
        <a:xfrm>
          <a:off x="3129927" y="0"/>
          <a:ext cx="4324607" cy="4324607"/>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19BDB9-44C6-40A4-B9B1-D1DBAC29B4E6}">
      <dsp:nvSpPr>
        <dsp:cNvPr id="0" name=""/>
        <dsp:cNvSpPr/>
      </dsp:nvSpPr>
      <dsp:spPr>
        <a:xfrm>
          <a:off x="5292230" y="43478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Introduction</a:t>
          </a:r>
          <a:endParaRPr lang="en-IN" sz="1900" kern="1200" dirty="0"/>
        </a:p>
      </dsp:txBody>
      <dsp:txXfrm>
        <a:off x="5317217" y="459770"/>
        <a:ext cx="2761020" cy="461883"/>
      </dsp:txXfrm>
    </dsp:sp>
    <dsp:sp modelId="{42D57CC4-5DD3-41EE-81DF-C34AE8D9A780}">
      <dsp:nvSpPr>
        <dsp:cNvPr id="0" name=""/>
        <dsp:cNvSpPr/>
      </dsp:nvSpPr>
      <dsp:spPr>
        <a:xfrm>
          <a:off x="5292230" y="101062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Abstract</a:t>
          </a:r>
          <a:endParaRPr lang="en-IN" sz="1900" kern="1200"/>
        </a:p>
      </dsp:txBody>
      <dsp:txXfrm>
        <a:off x="5317217" y="1035610"/>
        <a:ext cx="2761020" cy="461883"/>
      </dsp:txXfrm>
    </dsp:sp>
    <dsp:sp modelId="{E9CB4935-FE97-47C6-86C6-A94CD9B7D453}">
      <dsp:nvSpPr>
        <dsp:cNvPr id="0" name=""/>
        <dsp:cNvSpPr/>
      </dsp:nvSpPr>
      <dsp:spPr>
        <a:xfrm>
          <a:off x="5292230" y="158646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Problem Statement</a:t>
          </a:r>
          <a:endParaRPr lang="en-IN" sz="1900" kern="1200"/>
        </a:p>
      </dsp:txBody>
      <dsp:txXfrm>
        <a:off x="5317217" y="1611450"/>
        <a:ext cx="2761020" cy="461883"/>
      </dsp:txXfrm>
    </dsp:sp>
    <dsp:sp modelId="{26AF98CE-0270-4B32-B4A6-B705A3A4E2F7}">
      <dsp:nvSpPr>
        <dsp:cNvPr id="0" name=""/>
        <dsp:cNvSpPr/>
      </dsp:nvSpPr>
      <dsp:spPr>
        <a:xfrm>
          <a:off x="5292230" y="216230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Technology Stack</a:t>
          </a:r>
          <a:endParaRPr lang="en-IN" sz="1900" kern="1200"/>
        </a:p>
      </dsp:txBody>
      <dsp:txXfrm>
        <a:off x="5317217" y="2187290"/>
        <a:ext cx="2761020" cy="461883"/>
      </dsp:txXfrm>
    </dsp:sp>
    <dsp:sp modelId="{B69D5774-9992-4E60-86CC-FD951AD7084F}">
      <dsp:nvSpPr>
        <dsp:cNvPr id="0" name=""/>
        <dsp:cNvSpPr/>
      </dsp:nvSpPr>
      <dsp:spPr>
        <a:xfrm>
          <a:off x="5292230" y="273814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Advantages &amp; Limitations</a:t>
          </a:r>
          <a:endParaRPr lang="en-IN" sz="1900" kern="1200"/>
        </a:p>
      </dsp:txBody>
      <dsp:txXfrm>
        <a:off x="5317217" y="2763130"/>
        <a:ext cx="2761020" cy="461883"/>
      </dsp:txXfrm>
    </dsp:sp>
    <dsp:sp modelId="{4B54877E-984A-4DEF-9522-B61174569EE4}">
      <dsp:nvSpPr>
        <dsp:cNvPr id="0" name=""/>
        <dsp:cNvSpPr/>
      </dsp:nvSpPr>
      <dsp:spPr>
        <a:xfrm>
          <a:off x="5292230" y="3313983"/>
          <a:ext cx="2810994" cy="5118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Conclusion</a:t>
          </a:r>
          <a:endParaRPr lang="en-IN" sz="1900" kern="1200"/>
        </a:p>
      </dsp:txBody>
      <dsp:txXfrm>
        <a:off x="5317217" y="3338970"/>
        <a:ext cx="2761020" cy="4618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3FA3B7-BD0F-4183-BD46-48A192BF885F}">
      <dsp:nvSpPr>
        <dsp:cNvPr id="0" name=""/>
        <dsp:cNvSpPr/>
      </dsp:nvSpPr>
      <dsp:spPr>
        <a:xfrm>
          <a:off x="0" y="35249"/>
          <a:ext cx="10258829"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Restaurant often face long queues and service delays.</a:t>
          </a:r>
          <a:endParaRPr lang="en-IN" sz="2800" kern="1200" dirty="0"/>
        </a:p>
      </dsp:txBody>
      <dsp:txXfrm>
        <a:off x="32784" y="68033"/>
        <a:ext cx="10193261" cy="606012"/>
      </dsp:txXfrm>
    </dsp:sp>
    <dsp:sp modelId="{4A3C2EC1-316E-43CF-98A7-219560FFB8DE}">
      <dsp:nvSpPr>
        <dsp:cNvPr id="0" name=""/>
        <dsp:cNvSpPr/>
      </dsp:nvSpPr>
      <dsp:spPr>
        <a:xfrm>
          <a:off x="0" y="787469"/>
          <a:ext cx="10258829"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kern="1200" dirty="0"/>
            <a:t>Customers depend heavily on waiters for ordering and billing</a:t>
          </a:r>
          <a:endParaRPr lang="en-IN" sz="2800" kern="1200" dirty="0"/>
        </a:p>
      </dsp:txBody>
      <dsp:txXfrm>
        <a:off x="32784" y="820253"/>
        <a:ext cx="10193261" cy="606012"/>
      </dsp:txXfrm>
    </dsp:sp>
    <dsp:sp modelId="{DA9D48EC-B39E-45EE-B0A5-EF14C287547D}">
      <dsp:nvSpPr>
        <dsp:cNvPr id="0" name=""/>
        <dsp:cNvSpPr/>
      </dsp:nvSpPr>
      <dsp:spPr>
        <a:xfrm>
          <a:off x="0" y="1539689"/>
          <a:ext cx="10258829"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kern="1200"/>
            <a:t>Manual processes cause inefficiency during peak hours</a:t>
          </a:r>
        </a:p>
      </dsp:txBody>
      <dsp:txXfrm>
        <a:off x="32784" y="1572473"/>
        <a:ext cx="10193261" cy="606012"/>
      </dsp:txXfrm>
    </dsp:sp>
    <dsp:sp modelId="{F0A87B2B-AA47-4567-AC08-8373B6FA4114}">
      <dsp:nvSpPr>
        <dsp:cNvPr id="0" name=""/>
        <dsp:cNvSpPr/>
      </dsp:nvSpPr>
      <dsp:spPr>
        <a:xfrm>
          <a:off x="0" y="2291909"/>
          <a:ext cx="10258829"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kern="1200"/>
            <a:t>Digital solutions can improve speed, accuracy, and experience</a:t>
          </a:r>
        </a:p>
      </dsp:txBody>
      <dsp:txXfrm>
        <a:off x="32784" y="2324693"/>
        <a:ext cx="10193261" cy="606012"/>
      </dsp:txXfrm>
    </dsp:sp>
    <dsp:sp modelId="{22CD0C3B-3D51-4A3D-90B4-08BAC5532E0C}">
      <dsp:nvSpPr>
        <dsp:cNvPr id="0" name=""/>
        <dsp:cNvSpPr/>
      </dsp:nvSpPr>
      <dsp:spPr>
        <a:xfrm>
          <a:off x="0" y="3079379"/>
          <a:ext cx="10258829"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Font typeface="Arial" panose="020B0604020202020204" pitchFamily="34" charset="0"/>
            <a:buNone/>
          </a:pPr>
          <a:r>
            <a:rPr lang="en-US" sz="2800" kern="1200"/>
            <a:t>This project proposes a </a:t>
          </a:r>
          <a:r>
            <a:rPr lang="en-US" sz="2800" b="1" kern="1200"/>
            <a:t>QR-based Smart Restaurant System</a:t>
          </a:r>
          <a:endParaRPr lang="en-US" sz="2800" kern="1200"/>
        </a:p>
      </dsp:txBody>
      <dsp:txXfrm>
        <a:off x="32784" y="3112163"/>
        <a:ext cx="10193261" cy="6060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7CC21-C82B-4E5D-B30A-84FAD7F18A47}">
      <dsp:nvSpPr>
        <dsp:cNvPr id="0" name=""/>
        <dsp:cNvSpPr/>
      </dsp:nvSpPr>
      <dsp:spPr>
        <a:xfrm>
          <a:off x="270537" y="0"/>
          <a:ext cx="10258844" cy="4401205"/>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Traditional restaurant operations rely heavily on manual queue management, table allocation, order taking, and billing, which often leads to long waiting times, overcrowding, inefficient use of tables, and increased workload on staff, especially during peak hours. Customers lack transparency regarding waiting time and order status, while restaurants struggle to manage operations efficiently with limited manpower. There is a need for a digital, user-friendly, and privacy-safe system that automates these processes through a web-based approach, reduces dependency on waiters, and improves overall service efficiency and customer experience.</a:t>
          </a:r>
          <a:endParaRPr lang="en-IN" sz="2400" kern="1200" dirty="0"/>
        </a:p>
      </dsp:txBody>
      <dsp:txXfrm>
        <a:off x="1544582" y="546585"/>
        <a:ext cx="7710754" cy="33080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832D7-A95C-44E7-A10C-3BF8C5AA8197}">
      <dsp:nvSpPr>
        <dsp:cNvPr id="0" name=""/>
        <dsp:cNvSpPr/>
      </dsp:nvSpPr>
      <dsp:spPr>
        <a:xfrm>
          <a:off x="50" y="53543"/>
          <a:ext cx="4793798"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b="1" kern="1200"/>
            <a:t>Frontend Technology</a:t>
          </a:r>
          <a:endParaRPr lang="en-IN" sz="3200" kern="1200"/>
        </a:p>
      </dsp:txBody>
      <dsp:txXfrm>
        <a:off x="50" y="53543"/>
        <a:ext cx="4793798" cy="921600"/>
      </dsp:txXfrm>
    </dsp:sp>
    <dsp:sp modelId="{DF2EEEAC-0674-4F5A-9AF8-CA8A7721B6ED}">
      <dsp:nvSpPr>
        <dsp:cNvPr id="0" name=""/>
        <dsp:cNvSpPr/>
      </dsp:nvSpPr>
      <dsp:spPr>
        <a:xfrm>
          <a:off x="50" y="975143"/>
          <a:ext cx="4793798" cy="3864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r>
            <a:rPr lang="en-IN" sz="3200" kern="1200" dirty="0"/>
            <a:t>HTML5</a:t>
          </a:r>
        </a:p>
        <a:p>
          <a:pPr marL="285750" lvl="1" indent="-285750" algn="l" defTabSz="1422400">
            <a:lnSpc>
              <a:spcPct val="90000"/>
            </a:lnSpc>
            <a:spcBef>
              <a:spcPct val="0"/>
            </a:spcBef>
            <a:spcAft>
              <a:spcPct val="15000"/>
            </a:spcAft>
            <a:buChar char="•"/>
          </a:pPr>
          <a:r>
            <a:rPr lang="en-IN" sz="3200" kern="1200"/>
            <a:t>CSS3</a:t>
          </a:r>
        </a:p>
        <a:p>
          <a:pPr marL="285750" lvl="1" indent="-285750" algn="l" defTabSz="1422400">
            <a:lnSpc>
              <a:spcPct val="90000"/>
            </a:lnSpc>
            <a:spcBef>
              <a:spcPct val="0"/>
            </a:spcBef>
            <a:spcAft>
              <a:spcPct val="15000"/>
            </a:spcAft>
            <a:buChar char="•"/>
          </a:pPr>
          <a:r>
            <a:rPr lang="en-IN" sz="3200" kern="1200" dirty="0"/>
            <a:t>JavaScript</a:t>
          </a:r>
        </a:p>
        <a:p>
          <a:pPr marL="285750" lvl="1" indent="-285750" algn="l" defTabSz="1422400">
            <a:lnSpc>
              <a:spcPct val="90000"/>
            </a:lnSpc>
            <a:spcBef>
              <a:spcPct val="0"/>
            </a:spcBef>
            <a:spcAft>
              <a:spcPct val="15000"/>
            </a:spcAft>
            <a:buChar char="•"/>
          </a:pPr>
          <a:r>
            <a:rPr lang="en-IN" sz="3200" kern="1200" dirty="0"/>
            <a:t>React.js</a:t>
          </a:r>
        </a:p>
        <a:p>
          <a:pPr marL="285750" lvl="1" indent="-285750" algn="l" defTabSz="1422400">
            <a:lnSpc>
              <a:spcPct val="90000"/>
            </a:lnSpc>
            <a:spcBef>
              <a:spcPct val="0"/>
            </a:spcBef>
            <a:spcAft>
              <a:spcPct val="15000"/>
            </a:spcAft>
            <a:buChar char="•"/>
          </a:pPr>
          <a:r>
            <a:rPr lang="en-IN" sz="3200" kern="1200" dirty="0"/>
            <a:t>QR Code Scanner(Browser Camera API)</a:t>
          </a:r>
        </a:p>
      </dsp:txBody>
      <dsp:txXfrm>
        <a:off x="50" y="975143"/>
        <a:ext cx="4793798" cy="3864960"/>
      </dsp:txXfrm>
    </dsp:sp>
    <dsp:sp modelId="{D3FFF1D5-87D8-47DC-9E58-212A119A3BF5}">
      <dsp:nvSpPr>
        <dsp:cNvPr id="0" name=""/>
        <dsp:cNvSpPr/>
      </dsp:nvSpPr>
      <dsp:spPr>
        <a:xfrm>
          <a:off x="5464980" y="53543"/>
          <a:ext cx="4793798"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b="1" kern="1200"/>
            <a:t>Backend Technology</a:t>
          </a:r>
          <a:endParaRPr lang="en-IN" sz="3200" kern="1200"/>
        </a:p>
      </dsp:txBody>
      <dsp:txXfrm>
        <a:off x="5464980" y="53543"/>
        <a:ext cx="4793798" cy="921600"/>
      </dsp:txXfrm>
    </dsp:sp>
    <dsp:sp modelId="{14CE5210-0420-43FD-8F71-6512E513A894}">
      <dsp:nvSpPr>
        <dsp:cNvPr id="0" name=""/>
        <dsp:cNvSpPr/>
      </dsp:nvSpPr>
      <dsp:spPr>
        <a:xfrm>
          <a:off x="5464980" y="975143"/>
          <a:ext cx="4793798" cy="38649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r>
            <a:rPr lang="en-IN" sz="3200" kern="1200"/>
            <a:t>Python</a:t>
          </a:r>
        </a:p>
        <a:p>
          <a:pPr marL="285750" lvl="1" indent="-285750" algn="l" defTabSz="1422400">
            <a:lnSpc>
              <a:spcPct val="90000"/>
            </a:lnSpc>
            <a:spcBef>
              <a:spcPct val="0"/>
            </a:spcBef>
            <a:spcAft>
              <a:spcPct val="15000"/>
            </a:spcAft>
            <a:buChar char="•"/>
          </a:pPr>
          <a:r>
            <a:rPr lang="en-IN" sz="3200" kern="1200"/>
            <a:t>Flask</a:t>
          </a:r>
        </a:p>
        <a:p>
          <a:pPr marL="285750" lvl="1" indent="-285750" algn="l" defTabSz="1422400">
            <a:lnSpc>
              <a:spcPct val="90000"/>
            </a:lnSpc>
            <a:spcBef>
              <a:spcPct val="0"/>
            </a:spcBef>
            <a:spcAft>
              <a:spcPct val="15000"/>
            </a:spcAft>
            <a:buChar char="•"/>
          </a:pPr>
          <a:r>
            <a:rPr lang="en-IN" sz="3200" kern="1200"/>
            <a:t>RESTful APIs</a:t>
          </a:r>
        </a:p>
        <a:p>
          <a:pPr marL="285750" lvl="1" indent="-285750" algn="l" defTabSz="1422400">
            <a:lnSpc>
              <a:spcPct val="90000"/>
            </a:lnSpc>
            <a:spcBef>
              <a:spcPct val="0"/>
            </a:spcBef>
            <a:spcAft>
              <a:spcPct val="15000"/>
            </a:spcAft>
            <a:buChar char="•"/>
          </a:pPr>
          <a:r>
            <a:rPr lang="en-IN" sz="3200" kern="1200"/>
            <a:t>MySQL/MongoDB</a:t>
          </a:r>
        </a:p>
      </dsp:txBody>
      <dsp:txXfrm>
        <a:off x="5464980" y="975143"/>
        <a:ext cx="4793798" cy="3864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AAD707-E83E-4A41-B038-61C3CC7F9B12}">
      <dsp:nvSpPr>
        <dsp:cNvPr id="0" name=""/>
        <dsp:cNvSpPr/>
      </dsp:nvSpPr>
      <dsp:spPr>
        <a:xfrm>
          <a:off x="4756111" y="855126"/>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F14AEF4-A767-495C-ACD3-3428C7A58C38}">
      <dsp:nvSpPr>
        <dsp:cNvPr id="0" name=""/>
        <dsp:cNvSpPr/>
      </dsp:nvSpPr>
      <dsp:spPr>
        <a:xfrm>
          <a:off x="4612909" y="0"/>
          <a:ext cx="1432020" cy="78008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b="1" kern="1200"/>
            <a:t>Advantages</a:t>
          </a:r>
          <a:endParaRPr lang="en-IN" sz="1800" kern="1200"/>
        </a:p>
      </dsp:txBody>
      <dsp:txXfrm>
        <a:off x="4612909" y="0"/>
        <a:ext cx="1432020" cy="780089"/>
      </dsp:txXfrm>
    </dsp:sp>
    <dsp:sp modelId="{3B6D639C-BB3D-476A-B955-0D3829FBB7B5}">
      <dsp:nvSpPr>
        <dsp:cNvPr id="0" name=""/>
        <dsp:cNvSpPr/>
      </dsp:nvSpPr>
      <dsp:spPr>
        <a:xfrm>
          <a:off x="5127959" y="1069836"/>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DF12D993-8B22-461F-8CAA-54563F0E74B3}">
      <dsp:nvSpPr>
        <dsp:cNvPr id="0" name=""/>
        <dsp:cNvSpPr/>
      </dsp:nvSpPr>
      <dsp:spPr>
        <a:xfrm>
          <a:off x="6358542" y="742941"/>
          <a:ext cx="1357078" cy="8543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No app installation required</a:t>
          </a:r>
          <a:endParaRPr lang="en-IN" sz="1800" kern="1200"/>
        </a:p>
      </dsp:txBody>
      <dsp:txXfrm>
        <a:off x="6358542" y="742941"/>
        <a:ext cx="1357078" cy="854383"/>
      </dsp:txXfrm>
    </dsp:sp>
    <dsp:sp modelId="{60F106C7-1921-4D67-9CF8-B399AABEE3B7}">
      <dsp:nvSpPr>
        <dsp:cNvPr id="0" name=""/>
        <dsp:cNvSpPr/>
      </dsp:nvSpPr>
      <dsp:spPr>
        <a:xfrm>
          <a:off x="5127959" y="1499256"/>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EE0843F8-1206-4319-8897-9A593999287D}">
      <dsp:nvSpPr>
        <dsp:cNvPr id="0" name=""/>
        <dsp:cNvSpPr/>
      </dsp:nvSpPr>
      <dsp:spPr>
        <a:xfrm>
          <a:off x="6358542" y="2017087"/>
          <a:ext cx="1357078" cy="9546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Faster queue and order management</a:t>
          </a:r>
          <a:endParaRPr lang="en-IN" sz="1800" kern="1200"/>
        </a:p>
      </dsp:txBody>
      <dsp:txXfrm>
        <a:off x="6358542" y="2017087"/>
        <a:ext cx="1357078" cy="954680"/>
      </dsp:txXfrm>
    </dsp:sp>
    <dsp:sp modelId="{5484B47D-E81E-4A08-ACD7-3F7868A20323}">
      <dsp:nvSpPr>
        <dsp:cNvPr id="0" name=""/>
        <dsp:cNvSpPr/>
      </dsp:nvSpPr>
      <dsp:spPr>
        <a:xfrm>
          <a:off x="4756111" y="1714338"/>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B74883B-AF62-43EA-A9FA-DB922D67DDF7}">
      <dsp:nvSpPr>
        <dsp:cNvPr id="0" name=""/>
        <dsp:cNvSpPr/>
      </dsp:nvSpPr>
      <dsp:spPr>
        <a:xfrm>
          <a:off x="4612909" y="2934620"/>
          <a:ext cx="1432020" cy="78008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Reduced dependency on waiters</a:t>
          </a:r>
          <a:endParaRPr lang="en-IN" sz="1800" kern="1200"/>
        </a:p>
      </dsp:txBody>
      <dsp:txXfrm>
        <a:off x="4612909" y="2934620"/>
        <a:ext cx="1432020" cy="780089"/>
      </dsp:txXfrm>
    </dsp:sp>
    <dsp:sp modelId="{0DA7EC71-0D81-4EFC-9CD2-B211E8AE0FF0}">
      <dsp:nvSpPr>
        <dsp:cNvPr id="0" name=""/>
        <dsp:cNvSpPr/>
      </dsp:nvSpPr>
      <dsp:spPr>
        <a:xfrm>
          <a:off x="4384263" y="1499256"/>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5C86758-B9C8-463B-9862-C89A80895D9E}">
      <dsp:nvSpPr>
        <dsp:cNvPr id="0" name=""/>
        <dsp:cNvSpPr/>
      </dsp:nvSpPr>
      <dsp:spPr>
        <a:xfrm>
          <a:off x="2942218" y="2017087"/>
          <a:ext cx="1357078" cy="9546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Elder-friendly and easy to use</a:t>
          </a:r>
          <a:endParaRPr lang="en-IN" sz="1800" kern="1200"/>
        </a:p>
      </dsp:txBody>
      <dsp:txXfrm>
        <a:off x="2942218" y="2017087"/>
        <a:ext cx="1357078" cy="954680"/>
      </dsp:txXfrm>
    </dsp:sp>
    <dsp:sp modelId="{5B12BCF0-F68F-4558-BF54-2AC3CF9C7596}">
      <dsp:nvSpPr>
        <dsp:cNvPr id="0" name=""/>
        <dsp:cNvSpPr/>
      </dsp:nvSpPr>
      <dsp:spPr>
        <a:xfrm>
          <a:off x="4384263" y="1069836"/>
          <a:ext cx="1145616" cy="114561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F413207-FC7E-4C92-B580-5EA2E9284E26}">
      <dsp:nvSpPr>
        <dsp:cNvPr id="0" name=""/>
        <dsp:cNvSpPr/>
      </dsp:nvSpPr>
      <dsp:spPr>
        <a:xfrm>
          <a:off x="2942218" y="742941"/>
          <a:ext cx="1357078" cy="9546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Improves customer experience</a:t>
          </a:r>
          <a:endParaRPr lang="en-IN" sz="1800" kern="1200"/>
        </a:p>
      </dsp:txBody>
      <dsp:txXfrm>
        <a:off x="2942218" y="742941"/>
        <a:ext cx="1357078" cy="954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8911C-B48F-4F12-BC7E-31D07BAE96E5}">
      <dsp:nvSpPr>
        <dsp:cNvPr id="0" name=""/>
        <dsp:cNvSpPr/>
      </dsp:nvSpPr>
      <dsp:spPr>
        <a:xfrm>
          <a:off x="978505" y="32919"/>
          <a:ext cx="1580143" cy="158014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Requires stable internet connection</a:t>
          </a:r>
          <a:endParaRPr lang="en-IN" sz="1400" kern="1200" dirty="0"/>
        </a:p>
      </dsp:txBody>
      <dsp:txXfrm>
        <a:off x="1189191" y="309444"/>
        <a:ext cx="1158772" cy="711064"/>
      </dsp:txXfrm>
    </dsp:sp>
    <dsp:sp modelId="{58B9E3B9-2E45-4ACE-BA4D-85EB19576565}">
      <dsp:nvSpPr>
        <dsp:cNvPr id="0" name=""/>
        <dsp:cNvSpPr/>
      </dsp:nvSpPr>
      <dsp:spPr>
        <a:xfrm>
          <a:off x="1548674" y="1020509"/>
          <a:ext cx="1580143" cy="158014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Limited notifications in QR-based system</a:t>
          </a:r>
          <a:endParaRPr lang="en-IN" sz="1400" kern="1200"/>
        </a:p>
      </dsp:txBody>
      <dsp:txXfrm>
        <a:off x="2031934" y="1428713"/>
        <a:ext cx="948086" cy="869079"/>
      </dsp:txXfrm>
    </dsp:sp>
    <dsp:sp modelId="{DDE1CAD5-61CB-4E1D-AEF2-A0EA410D6DAB}">
      <dsp:nvSpPr>
        <dsp:cNvPr id="0" name=""/>
        <dsp:cNvSpPr/>
      </dsp:nvSpPr>
      <dsp:spPr>
        <a:xfrm>
          <a:off x="408337" y="1020509"/>
          <a:ext cx="1580143" cy="158014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AI features require historical data</a:t>
          </a:r>
          <a:endParaRPr lang="en-IN" sz="1400" kern="1200"/>
        </a:p>
      </dsp:txBody>
      <dsp:txXfrm>
        <a:off x="557133" y="1428713"/>
        <a:ext cx="948086" cy="8690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A5A57-E998-4F37-A563-9E1A2BA68E51}">
      <dsp:nvSpPr>
        <dsp:cNvPr id="0" name=""/>
        <dsp:cNvSpPr/>
      </dsp:nvSpPr>
      <dsp:spPr>
        <a:xfrm>
          <a:off x="841953" y="0"/>
          <a:ext cx="9542145" cy="304698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226746-9DD8-435F-A9A4-AB87C0F94EDE}">
      <dsp:nvSpPr>
        <dsp:cNvPr id="0" name=""/>
        <dsp:cNvSpPr/>
      </dsp:nvSpPr>
      <dsp:spPr>
        <a:xfrm>
          <a:off x="137"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The </a:t>
          </a:r>
          <a:r>
            <a:rPr lang="en-IN" sz="1800" kern="1200"/>
            <a:t>system modernizes restaurant operations.</a:t>
          </a:r>
        </a:p>
      </dsp:txBody>
      <dsp:txXfrm>
        <a:off x="59634" y="973593"/>
        <a:ext cx="1523802" cy="1099801"/>
      </dsp:txXfrm>
    </dsp:sp>
    <dsp:sp modelId="{F14BF158-44B9-41A9-89C3-D388F4C8B96E}">
      <dsp:nvSpPr>
        <dsp:cNvPr id="0" name=""/>
        <dsp:cNvSpPr/>
      </dsp:nvSpPr>
      <dsp:spPr>
        <a:xfrm>
          <a:off x="1916733"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Automates queue, ordering, and billing processes</a:t>
          </a:r>
        </a:p>
      </dsp:txBody>
      <dsp:txXfrm>
        <a:off x="1976230" y="973593"/>
        <a:ext cx="1523802" cy="1099801"/>
      </dsp:txXfrm>
    </dsp:sp>
    <dsp:sp modelId="{B2DBE2BF-F707-403E-A003-FAD627C59E29}">
      <dsp:nvSpPr>
        <dsp:cNvPr id="0" name=""/>
        <dsp:cNvSpPr/>
      </dsp:nvSpPr>
      <dsp:spPr>
        <a:xfrm>
          <a:off x="3833329"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Improves efficiency and reduces operational cost</a:t>
          </a:r>
          <a:endParaRPr lang="en-IN" sz="1800" kern="1200"/>
        </a:p>
      </dsp:txBody>
      <dsp:txXfrm>
        <a:off x="3892826" y="973593"/>
        <a:ext cx="1523802" cy="1099801"/>
      </dsp:txXfrm>
    </dsp:sp>
    <dsp:sp modelId="{675A7681-FD60-4E17-B4F2-53024C91C123}">
      <dsp:nvSpPr>
        <dsp:cNvPr id="0" name=""/>
        <dsp:cNvSpPr/>
      </dsp:nvSpPr>
      <dsp:spPr>
        <a:xfrm>
          <a:off x="5749926"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Ensures privacy and ease of use for customers</a:t>
          </a:r>
          <a:endParaRPr lang="en-IN" sz="1800" kern="1200"/>
        </a:p>
      </dsp:txBody>
      <dsp:txXfrm>
        <a:off x="5809423" y="973593"/>
        <a:ext cx="1523802" cy="1099801"/>
      </dsp:txXfrm>
    </dsp:sp>
    <dsp:sp modelId="{B5C17E4D-8CD6-4BA3-854B-42B35C5222DB}">
      <dsp:nvSpPr>
        <dsp:cNvPr id="0" name=""/>
        <dsp:cNvSpPr/>
      </dsp:nvSpPr>
      <dsp:spPr>
        <a:xfrm>
          <a:off x="7666522"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Can be expanded with AI-based smart features</a:t>
          </a:r>
          <a:endParaRPr lang="en-IN" sz="1800" kern="1200"/>
        </a:p>
      </dsp:txBody>
      <dsp:txXfrm>
        <a:off x="7726019" y="973593"/>
        <a:ext cx="1523802" cy="1099801"/>
      </dsp:txXfrm>
    </dsp:sp>
    <dsp:sp modelId="{2CF8131C-C4F5-4CE1-B73E-6140C5FFA073}">
      <dsp:nvSpPr>
        <dsp:cNvPr id="0" name=""/>
        <dsp:cNvSpPr/>
      </dsp:nvSpPr>
      <dsp:spPr>
        <a:xfrm>
          <a:off x="9583119" y="914096"/>
          <a:ext cx="1642796" cy="12187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Suitable for restaurants of all sizes</a:t>
          </a:r>
          <a:endParaRPr lang="en-IN" sz="1800" kern="1200"/>
        </a:p>
      </dsp:txBody>
      <dsp:txXfrm>
        <a:off x="9642616" y="973593"/>
        <a:ext cx="1523802" cy="1099801"/>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439034-9E0F-9DF6-8BEB-EF4897D76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5BF12F4-DAE8-B446-FA31-AFAB103D69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AE3815-EC2F-4432-9940-04F249C06531}" type="datetimeFigureOut">
              <a:rPr lang="en-IN" smtClean="0"/>
              <a:t>16-01-2026</a:t>
            </a:fld>
            <a:endParaRPr lang="en-IN"/>
          </a:p>
        </p:txBody>
      </p:sp>
      <p:sp>
        <p:nvSpPr>
          <p:cNvPr id="4" name="Footer Placeholder 3">
            <a:extLst>
              <a:ext uri="{FF2B5EF4-FFF2-40B4-BE49-F238E27FC236}">
                <a16:creationId xmlns:a16="http://schemas.microsoft.com/office/drawing/2014/main" id="{E8287C23-76C8-17EA-762B-896AAC9DE7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38722E0-DF4F-7F4C-FD60-A50A6BEBB1D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EF662-8FF7-48DE-B4D7-F1D4913BD095}" type="slidenum">
              <a:rPr lang="en-IN" smtClean="0"/>
              <a:t>‹#›</a:t>
            </a:fld>
            <a:endParaRPr lang="en-IN"/>
          </a:p>
        </p:txBody>
      </p:sp>
    </p:spTree>
    <p:extLst>
      <p:ext uri="{BB962C8B-B14F-4D97-AF65-F5344CB8AC3E}">
        <p14:creationId xmlns:p14="http://schemas.microsoft.com/office/powerpoint/2010/main" val="638996199"/>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113305-142E-460A-A0CA-FE5826305ED2}" type="datetimeFigureOut">
              <a:rPr lang="en-IN" smtClean="0"/>
              <a:t>16-01-2026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5C7E0-E767-4243-9924-0EFACC9C84D7}" type="slidenum">
              <a:rPr lang="en-IN" smtClean="0"/>
              <a:t>‹#›</a:t>
            </a:fld>
            <a:endParaRPr lang="en-IN"/>
          </a:p>
        </p:txBody>
      </p:sp>
    </p:spTree>
    <p:extLst>
      <p:ext uri="{BB962C8B-B14F-4D97-AF65-F5344CB8AC3E}">
        <p14:creationId xmlns:p14="http://schemas.microsoft.com/office/powerpoint/2010/main" val="1778469153"/>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0F3AE-4513-223C-691C-07AA4B1B6F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B24246-A89F-1B35-D46E-D92BFB8F28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869D54-22A5-AEBF-0E0F-50133655FF62}"/>
              </a:ext>
            </a:extLst>
          </p:cNvPr>
          <p:cNvSpPr>
            <a:spLocks noGrp="1"/>
          </p:cNvSpPr>
          <p:nvPr>
            <p:ph type="dt" sz="half" idx="10"/>
          </p:nvPr>
        </p:nvSpPr>
        <p:spPr/>
        <p:txBody>
          <a:bodyPr/>
          <a:lstStyle/>
          <a:p>
            <a:fld id="{3074E593-5F9E-45AB-8E8A-732D35FF3D1C}" type="datetime1">
              <a:rPr lang="en-IN" smtClean="0"/>
              <a:t>16-01-2026</a:t>
            </a:fld>
            <a:endParaRPr lang="en-IN"/>
          </a:p>
        </p:txBody>
      </p:sp>
      <p:sp>
        <p:nvSpPr>
          <p:cNvPr id="5" name="Footer Placeholder 4">
            <a:extLst>
              <a:ext uri="{FF2B5EF4-FFF2-40B4-BE49-F238E27FC236}">
                <a16:creationId xmlns:a16="http://schemas.microsoft.com/office/drawing/2014/main" id="{F2941E76-9E48-DD72-3E34-65ACAFE521E4}"/>
              </a:ext>
            </a:extLst>
          </p:cNvPr>
          <p:cNvSpPr>
            <a:spLocks noGrp="1"/>
          </p:cNvSpPr>
          <p:nvPr>
            <p:ph type="ftr" sz="quarter" idx="11"/>
          </p:nvPr>
        </p:nvSpPr>
        <p:spPr/>
        <p:txBody>
          <a:body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92AAED46-89B6-1FDC-6E64-81B8F5022215}"/>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2903213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88E59-86C1-05CD-6093-9F931B0BEA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5DB343-304F-1DEB-B33D-78A02F5F13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A2580-B3BD-718B-1047-00F4956483AB}"/>
              </a:ext>
            </a:extLst>
          </p:cNvPr>
          <p:cNvSpPr>
            <a:spLocks noGrp="1"/>
          </p:cNvSpPr>
          <p:nvPr>
            <p:ph type="dt" sz="half" idx="10"/>
          </p:nvPr>
        </p:nvSpPr>
        <p:spPr/>
        <p:txBody>
          <a:bodyPr/>
          <a:lstStyle/>
          <a:p>
            <a:fld id="{C392A8E4-F636-4846-BFEC-56EFBD00701C}" type="datetime1">
              <a:rPr lang="en-IN" smtClean="0"/>
              <a:t>16-01-2026</a:t>
            </a:fld>
            <a:endParaRPr lang="en-IN"/>
          </a:p>
        </p:txBody>
      </p:sp>
      <p:sp>
        <p:nvSpPr>
          <p:cNvPr id="5" name="Footer Placeholder 4">
            <a:extLst>
              <a:ext uri="{FF2B5EF4-FFF2-40B4-BE49-F238E27FC236}">
                <a16:creationId xmlns:a16="http://schemas.microsoft.com/office/drawing/2014/main" id="{58EA425A-92BB-664D-048F-4EA45A7BF420}"/>
              </a:ext>
            </a:extLst>
          </p:cNvPr>
          <p:cNvSpPr>
            <a:spLocks noGrp="1"/>
          </p:cNvSpPr>
          <p:nvPr>
            <p:ph type="ftr" sz="quarter" idx="11"/>
          </p:nvPr>
        </p:nvSpPr>
        <p:spPr/>
        <p:txBody>
          <a:body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110931BF-074E-09E3-CF4F-AE0FC989AABB}"/>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3056620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D2B8-9748-845D-EBA0-5967EE69C3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E65AD3-5098-37DC-DF39-747B372D6C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6FB14-4E8E-51B7-408F-72A2903139F7}"/>
              </a:ext>
            </a:extLst>
          </p:cNvPr>
          <p:cNvSpPr>
            <a:spLocks noGrp="1"/>
          </p:cNvSpPr>
          <p:nvPr>
            <p:ph type="dt" sz="half" idx="10"/>
          </p:nvPr>
        </p:nvSpPr>
        <p:spPr/>
        <p:txBody>
          <a:bodyPr/>
          <a:lstStyle/>
          <a:p>
            <a:fld id="{CA55F3EB-A0E0-42A2-8130-0814E478FD58}" type="datetime1">
              <a:rPr lang="en-IN" smtClean="0"/>
              <a:t>16-01-2026</a:t>
            </a:fld>
            <a:endParaRPr lang="en-IN"/>
          </a:p>
        </p:txBody>
      </p:sp>
      <p:sp>
        <p:nvSpPr>
          <p:cNvPr id="5" name="Footer Placeholder 4">
            <a:extLst>
              <a:ext uri="{FF2B5EF4-FFF2-40B4-BE49-F238E27FC236}">
                <a16:creationId xmlns:a16="http://schemas.microsoft.com/office/drawing/2014/main" id="{75141DBE-F334-04B9-04D3-82DFEEB9E24E}"/>
              </a:ext>
            </a:extLst>
          </p:cNvPr>
          <p:cNvSpPr>
            <a:spLocks noGrp="1"/>
          </p:cNvSpPr>
          <p:nvPr>
            <p:ph type="ftr" sz="quarter" idx="11"/>
          </p:nvPr>
        </p:nvSpPr>
        <p:spPr/>
        <p:txBody>
          <a:body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3858719E-72A8-A76B-E20E-8B8CABE50599}"/>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42535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D815-22EC-8B62-1B6A-8760D14F5F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A9A9DB-0F98-C6A8-3583-23D8F0E616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4FEFF2-28CA-AFD3-0663-3920FCAD17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E0F7AA-E25B-1563-4643-5DE0F142E797}"/>
              </a:ext>
            </a:extLst>
          </p:cNvPr>
          <p:cNvSpPr>
            <a:spLocks noGrp="1"/>
          </p:cNvSpPr>
          <p:nvPr>
            <p:ph type="dt" sz="half" idx="10"/>
          </p:nvPr>
        </p:nvSpPr>
        <p:spPr/>
        <p:txBody>
          <a:bodyPr/>
          <a:lstStyle/>
          <a:p>
            <a:fld id="{4F2DD0B6-F395-495A-B99C-37353570EE3B}" type="datetime1">
              <a:rPr lang="en-IN" smtClean="0"/>
              <a:t>16-01-2026</a:t>
            </a:fld>
            <a:endParaRPr lang="en-IN"/>
          </a:p>
        </p:txBody>
      </p:sp>
      <p:sp>
        <p:nvSpPr>
          <p:cNvPr id="6" name="Footer Placeholder 5">
            <a:extLst>
              <a:ext uri="{FF2B5EF4-FFF2-40B4-BE49-F238E27FC236}">
                <a16:creationId xmlns:a16="http://schemas.microsoft.com/office/drawing/2014/main" id="{44B0D10A-25A3-4B60-0C3F-DDFB7EE7E1D4}"/>
              </a:ext>
            </a:extLst>
          </p:cNvPr>
          <p:cNvSpPr>
            <a:spLocks noGrp="1"/>
          </p:cNvSpPr>
          <p:nvPr>
            <p:ph type="ftr" sz="quarter" idx="11"/>
          </p:nvPr>
        </p:nvSpPr>
        <p:spPr/>
        <p:txBody>
          <a:bodyPr/>
          <a:lstStyle/>
          <a:p>
            <a:r>
              <a:rPr lang="en-US"/>
              <a:t>PARUL INSTITUTE OF ENGINEERING, PARUL UNIVERSITY</a:t>
            </a:r>
            <a:endParaRPr lang="en-IN"/>
          </a:p>
        </p:txBody>
      </p:sp>
      <p:sp>
        <p:nvSpPr>
          <p:cNvPr id="7" name="Slide Number Placeholder 6">
            <a:extLst>
              <a:ext uri="{FF2B5EF4-FFF2-40B4-BE49-F238E27FC236}">
                <a16:creationId xmlns:a16="http://schemas.microsoft.com/office/drawing/2014/main" id="{DF13CD60-82AC-E91E-6651-AE0D5582E360}"/>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678805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A4072-6E01-6A4C-B271-39A8097785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0168FB-1F2C-14BA-AF2C-00FE05841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189722-9ED1-4F39-A583-1B5F46F539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CAFE4E-D016-82BE-A9D3-056CF594F5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AFFB28-083A-8C54-F31C-8FF952C220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3A9588-D03D-E25F-1319-E488A0A0421B}"/>
              </a:ext>
            </a:extLst>
          </p:cNvPr>
          <p:cNvSpPr>
            <a:spLocks noGrp="1"/>
          </p:cNvSpPr>
          <p:nvPr>
            <p:ph type="dt" sz="half" idx="10"/>
          </p:nvPr>
        </p:nvSpPr>
        <p:spPr/>
        <p:txBody>
          <a:bodyPr/>
          <a:lstStyle/>
          <a:p>
            <a:fld id="{2FA1F244-F42E-497B-9111-8F76E2FC54CB}" type="datetime1">
              <a:rPr lang="en-IN" smtClean="0"/>
              <a:t>16-01-2026</a:t>
            </a:fld>
            <a:endParaRPr lang="en-IN"/>
          </a:p>
        </p:txBody>
      </p:sp>
      <p:sp>
        <p:nvSpPr>
          <p:cNvPr id="8" name="Footer Placeholder 7">
            <a:extLst>
              <a:ext uri="{FF2B5EF4-FFF2-40B4-BE49-F238E27FC236}">
                <a16:creationId xmlns:a16="http://schemas.microsoft.com/office/drawing/2014/main" id="{E084FF24-5C07-8B60-BEF8-9F920B1D5863}"/>
              </a:ext>
            </a:extLst>
          </p:cNvPr>
          <p:cNvSpPr>
            <a:spLocks noGrp="1"/>
          </p:cNvSpPr>
          <p:nvPr>
            <p:ph type="ftr" sz="quarter" idx="11"/>
          </p:nvPr>
        </p:nvSpPr>
        <p:spPr/>
        <p:txBody>
          <a:bodyPr/>
          <a:lstStyle/>
          <a:p>
            <a:r>
              <a:rPr lang="en-US"/>
              <a:t>PARUL INSTITUTE OF ENGINEERING, PARUL UNIVERSITY</a:t>
            </a:r>
            <a:endParaRPr lang="en-IN"/>
          </a:p>
        </p:txBody>
      </p:sp>
      <p:sp>
        <p:nvSpPr>
          <p:cNvPr id="9" name="Slide Number Placeholder 8">
            <a:extLst>
              <a:ext uri="{FF2B5EF4-FFF2-40B4-BE49-F238E27FC236}">
                <a16:creationId xmlns:a16="http://schemas.microsoft.com/office/drawing/2014/main" id="{0D91D39D-83C6-0697-E3B6-742DFF77F307}"/>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1815121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95F2-6712-E965-F060-5A93989540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315EBD-E640-B103-B3D9-F6E5D5ACFEAB}"/>
              </a:ext>
            </a:extLst>
          </p:cNvPr>
          <p:cNvSpPr>
            <a:spLocks noGrp="1"/>
          </p:cNvSpPr>
          <p:nvPr>
            <p:ph type="dt" sz="half" idx="10"/>
          </p:nvPr>
        </p:nvSpPr>
        <p:spPr/>
        <p:txBody>
          <a:bodyPr/>
          <a:lstStyle/>
          <a:p>
            <a:fld id="{765F95CF-DEC1-480A-B2CE-0697C4D64352}" type="datetime1">
              <a:rPr lang="en-IN" smtClean="0"/>
              <a:t>16-01-2026</a:t>
            </a:fld>
            <a:endParaRPr lang="en-IN"/>
          </a:p>
        </p:txBody>
      </p:sp>
      <p:sp>
        <p:nvSpPr>
          <p:cNvPr id="4" name="Footer Placeholder 3">
            <a:extLst>
              <a:ext uri="{FF2B5EF4-FFF2-40B4-BE49-F238E27FC236}">
                <a16:creationId xmlns:a16="http://schemas.microsoft.com/office/drawing/2014/main" id="{0ED5CA50-1242-7D79-14EA-CC6C39812A6B}"/>
              </a:ext>
            </a:extLst>
          </p:cNvPr>
          <p:cNvSpPr>
            <a:spLocks noGrp="1"/>
          </p:cNvSpPr>
          <p:nvPr>
            <p:ph type="ftr" sz="quarter" idx="11"/>
          </p:nvPr>
        </p:nvSpPr>
        <p:spPr/>
        <p:txBody>
          <a:bodyPr/>
          <a:lstStyle/>
          <a:p>
            <a:r>
              <a:rPr lang="en-US"/>
              <a:t>PARUL INSTITUTE OF ENGINEERING, PARUL UNIVERSITY</a:t>
            </a:r>
            <a:endParaRPr lang="en-IN"/>
          </a:p>
        </p:txBody>
      </p:sp>
      <p:sp>
        <p:nvSpPr>
          <p:cNvPr id="5" name="Slide Number Placeholder 4">
            <a:extLst>
              <a:ext uri="{FF2B5EF4-FFF2-40B4-BE49-F238E27FC236}">
                <a16:creationId xmlns:a16="http://schemas.microsoft.com/office/drawing/2014/main" id="{71DC4382-0DAD-32E3-9B16-C2C27DA95F79}"/>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290933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096549-C24A-C4BD-64E3-2F79A855875B}"/>
              </a:ext>
            </a:extLst>
          </p:cNvPr>
          <p:cNvSpPr>
            <a:spLocks noGrp="1"/>
          </p:cNvSpPr>
          <p:nvPr>
            <p:ph type="dt" sz="half" idx="10"/>
          </p:nvPr>
        </p:nvSpPr>
        <p:spPr/>
        <p:txBody>
          <a:bodyPr/>
          <a:lstStyle/>
          <a:p>
            <a:fld id="{8CC9FA50-A1FC-43FD-A368-2ACA8FFE1385}" type="datetime1">
              <a:rPr lang="en-IN" smtClean="0"/>
              <a:t>16-01-2026</a:t>
            </a:fld>
            <a:endParaRPr lang="en-IN"/>
          </a:p>
        </p:txBody>
      </p:sp>
      <p:sp>
        <p:nvSpPr>
          <p:cNvPr id="3" name="Footer Placeholder 2">
            <a:extLst>
              <a:ext uri="{FF2B5EF4-FFF2-40B4-BE49-F238E27FC236}">
                <a16:creationId xmlns:a16="http://schemas.microsoft.com/office/drawing/2014/main" id="{8D63B0BC-BB19-A612-49E1-070E85C9B7C5}"/>
              </a:ext>
            </a:extLst>
          </p:cNvPr>
          <p:cNvSpPr>
            <a:spLocks noGrp="1"/>
          </p:cNvSpPr>
          <p:nvPr>
            <p:ph type="ftr" sz="quarter" idx="11"/>
          </p:nvPr>
        </p:nvSpPr>
        <p:spPr/>
        <p:txBody>
          <a:bodyPr/>
          <a:lstStyle/>
          <a:p>
            <a:r>
              <a:rPr lang="en-US"/>
              <a:t>PARUL INSTITUTE OF ENGINEERING, PARUL UNIVERSITY</a:t>
            </a:r>
            <a:endParaRPr lang="en-IN"/>
          </a:p>
        </p:txBody>
      </p:sp>
      <p:sp>
        <p:nvSpPr>
          <p:cNvPr id="4" name="Slide Number Placeholder 3">
            <a:extLst>
              <a:ext uri="{FF2B5EF4-FFF2-40B4-BE49-F238E27FC236}">
                <a16:creationId xmlns:a16="http://schemas.microsoft.com/office/drawing/2014/main" id="{FE63EC91-BE10-E4E1-489B-74D6B7287D27}"/>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1853038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11FC-0481-781B-3C13-B0F567B68F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6E522D-C1EC-8349-BF18-0337FD5EC9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285ACD-EBD5-F8C4-68F6-0F7EF01750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15B74-D052-4B43-4FB9-735BEC5D3458}"/>
              </a:ext>
            </a:extLst>
          </p:cNvPr>
          <p:cNvSpPr>
            <a:spLocks noGrp="1"/>
          </p:cNvSpPr>
          <p:nvPr>
            <p:ph type="dt" sz="half" idx="10"/>
          </p:nvPr>
        </p:nvSpPr>
        <p:spPr/>
        <p:txBody>
          <a:bodyPr/>
          <a:lstStyle/>
          <a:p>
            <a:fld id="{3E904F23-CB10-423D-8248-3C3286506BDB}" type="datetime1">
              <a:rPr lang="en-IN" smtClean="0"/>
              <a:t>16-01-2026</a:t>
            </a:fld>
            <a:endParaRPr lang="en-IN"/>
          </a:p>
        </p:txBody>
      </p:sp>
      <p:sp>
        <p:nvSpPr>
          <p:cNvPr id="6" name="Footer Placeholder 5">
            <a:extLst>
              <a:ext uri="{FF2B5EF4-FFF2-40B4-BE49-F238E27FC236}">
                <a16:creationId xmlns:a16="http://schemas.microsoft.com/office/drawing/2014/main" id="{96CA9D09-50F1-9B7D-590E-3CB905149F34}"/>
              </a:ext>
            </a:extLst>
          </p:cNvPr>
          <p:cNvSpPr>
            <a:spLocks noGrp="1"/>
          </p:cNvSpPr>
          <p:nvPr>
            <p:ph type="ftr" sz="quarter" idx="11"/>
          </p:nvPr>
        </p:nvSpPr>
        <p:spPr/>
        <p:txBody>
          <a:bodyPr/>
          <a:lstStyle/>
          <a:p>
            <a:r>
              <a:rPr lang="en-US"/>
              <a:t>PARUL INSTITUTE OF ENGINEERING, PARUL UNIVERSITY</a:t>
            </a:r>
            <a:endParaRPr lang="en-IN"/>
          </a:p>
        </p:txBody>
      </p:sp>
      <p:sp>
        <p:nvSpPr>
          <p:cNvPr id="7" name="Slide Number Placeholder 6">
            <a:extLst>
              <a:ext uri="{FF2B5EF4-FFF2-40B4-BE49-F238E27FC236}">
                <a16:creationId xmlns:a16="http://schemas.microsoft.com/office/drawing/2014/main" id="{E3AE541C-8440-B5D6-0A03-811F882807DE}"/>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1349682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3EE2-61A9-A7FC-60CE-939DD5A8A4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BF0444-8A50-E5B4-CDD9-7606C5E242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3F85E7-47DA-8232-8C20-07088C2DEE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93EA9-F21E-36F1-DDC9-7D296B45BED0}"/>
              </a:ext>
            </a:extLst>
          </p:cNvPr>
          <p:cNvSpPr>
            <a:spLocks noGrp="1"/>
          </p:cNvSpPr>
          <p:nvPr>
            <p:ph type="dt" sz="half" idx="10"/>
          </p:nvPr>
        </p:nvSpPr>
        <p:spPr/>
        <p:txBody>
          <a:bodyPr/>
          <a:lstStyle/>
          <a:p>
            <a:fld id="{BB9B4B14-569A-42D6-8EC0-1C45D45C2365}" type="datetime1">
              <a:rPr lang="en-IN" smtClean="0"/>
              <a:t>16-01-2026</a:t>
            </a:fld>
            <a:endParaRPr lang="en-IN"/>
          </a:p>
        </p:txBody>
      </p:sp>
      <p:sp>
        <p:nvSpPr>
          <p:cNvPr id="6" name="Footer Placeholder 5">
            <a:extLst>
              <a:ext uri="{FF2B5EF4-FFF2-40B4-BE49-F238E27FC236}">
                <a16:creationId xmlns:a16="http://schemas.microsoft.com/office/drawing/2014/main" id="{0915D5AC-0691-AB32-D39F-34272875FDA3}"/>
              </a:ext>
            </a:extLst>
          </p:cNvPr>
          <p:cNvSpPr>
            <a:spLocks noGrp="1"/>
          </p:cNvSpPr>
          <p:nvPr>
            <p:ph type="ftr" sz="quarter" idx="11"/>
          </p:nvPr>
        </p:nvSpPr>
        <p:spPr/>
        <p:txBody>
          <a:bodyPr/>
          <a:lstStyle/>
          <a:p>
            <a:r>
              <a:rPr lang="en-US"/>
              <a:t>PARUL INSTITUTE OF ENGINEERING, PARUL UNIVERSITY</a:t>
            </a:r>
            <a:endParaRPr lang="en-IN"/>
          </a:p>
        </p:txBody>
      </p:sp>
      <p:sp>
        <p:nvSpPr>
          <p:cNvPr id="7" name="Slide Number Placeholder 6">
            <a:extLst>
              <a:ext uri="{FF2B5EF4-FFF2-40B4-BE49-F238E27FC236}">
                <a16:creationId xmlns:a16="http://schemas.microsoft.com/office/drawing/2014/main" id="{7B046083-718B-1E92-5B54-CB1E0E0B9727}"/>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1213459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C632-B46B-B744-5F8F-1B31A783A1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0DF95C-5452-EDF8-995D-01734C9A77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1601A3-30F6-7925-E832-743B777F6621}"/>
              </a:ext>
            </a:extLst>
          </p:cNvPr>
          <p:cNvSpPr>
            <a:spLocks noGrp="1"/>
          </p:cNvSpPr>
          <p:nvPr>
            <p:ph type="dt" sz="half" idx="10"/>
          </p:nvPr>
        </p:nvSpPr>
        <p:spPr/>
        <p:txBody>
          <a:bodyPr/>
          <a:lstStyle/>
          <a:p>
            <a:fld id="{453EAC30-F401-4695-B2E6-CE8F38F47557}" type="datetime1">
              <a:rPr lang="en-IN" smtClean="0"/>
              <a:t>16-01-2026</a:t>
            </a:fld>
            <a:endParaRPr lang="en-IN"/>
          </a:p>
        </p:txBody>
      </p:sp>
      <p:sp>
        <p:nvSpPr>
          <p:cNvPr id="5" name="Footer Placeholder 4">
            <a:extLst>
              <a:ext uri="{FF2B5EF4-FFF2-40B4-BE49-F238E27FC236}">
                <a16:creationId xmlns:a16="http://schemas.microsoft.com/office/drawing/2014/main" id="{69F2016D-F262-EE58-38C9-363A9346F75B}"/>
              </a:ext>
            </a:extLst>
          </p:cNvPr>
          <p:cNvSpPr>
            <a:spLocks noGrp="1"/>
          </p:cNvSpPr>
          <p:nvPr>
            <p:ph type="ftr" sz="quarter" idx="11"/>
          </p:nvPr>
        </p:nvSpPr>
        <p:spPr/>
        <p:txBody>
          <a:body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CBD94052-EB15-9F2A-6DBF-66EC75816664}"/>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451695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14BDAD-5EFE-5E3D-4062-0C36A543E9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C7126-0CDD-FACE-4CD3-76F60F7CC7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CA04A3-3D53-44B3-B3BC-D6A95C805F0E}"/>
              </a:ext>
            </a:extLst>
          </p:cNvPr>
          <p:cNvSpPr>
            <a:spLocks noGrp="1"/>
          </p:cNvSpPr>
          <p:nvPr>
            <p:ph type="dt" sz="half" idx="10"/>
          </p:nvPr>
        </p:nvSpPr>
        <p:spPr/>
        <p:txBody>
          <a:bodyPr/>
          <a:lstStyle/>
          <a:p>
            <a:fld id="{542E58CC-357A-4ED0-9705-3C8B83CDD5CB}" type="datetime1">
              <a:rPr lang="en-IN" smtClean="0"/>
              <a:t>16-01-2026</a:t>
            </a:fld>
            <a:endParaRPr lang="en-IN"/>
          </a:p>
        </p:txBody>
      </p:sp>
      <p:sp>
        <p:nvSpPr>
          <p:cNvPr id="5" name="Footer Placeholder 4">
            <a:extLst>
              <a:ext uri="{FF2B5EF4-FFF2-40B4-BE49-F238E27FC236}">
                <a16:creationId xmlns:a16="http://schemas.microsoft.com/office/drawing/2014/main" id="{F7D92A89-2F9E-ADDA-5D8B-8D2954F08E39}"/>
              </a:ext>
            </a:extLst>
          </p:cNvPr>
          <p:cNvSpPr>
            <a:spLocks noGrp="1"/>
          </p:cNvSpPr>
          <p:nvPr>
            <p:ph type="ftr" sz="quarter" idx="11"/>
          </p:nvPr>
        </p:nvSpPr>
        <p:spPr/>
        <p:txBody>
          <a:body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F15A18FA-FEE3-AF43-A6C1-8AA970F08D9E}"/>
              </a:ext>
            </a:extLst>
          </p:cNvPr>
          <p:cNvSpPr>
            <a:spLocks noGrp="1"/>
          </p:cNvSpPr>
          <p:nvPr>
            <p:ph type="sldNum" sz="quarter" idx="12"/>
          </p:nvPr>
        </p:nvSpPr>
        <p:spPr/>
        <p:txBody>
          <a:bodyPr/>
          <a:lstStyle/>
          <a:p>
            <a:fld id="{93D90B7B-96E2-47B7-9F41-98421048E957}" type="slidenum">
              <a:rPr lang="en-IN" smtClean="0"/>
              <a:t>‹#›</a:t>
            </a:fld>
            <a:endParaRPr lang="en-IN"/>
          </a:p>
        </p:txBody>
      </p:sp>
    </p:spTree>
    <p:extLst>
      <p:ext uri="{BB962C8B-B14F-4D97-AF65-F5344CB8AC3E}">
        <p14:creationId xmlns:p14="http://schemas.microsoft.com/office/powerpoint/2010/main" val="86534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965298-BAD6-FA3C-268A-EF9F494DAB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E77BC8-9555-3AB9-B8E4-7CA59370E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D1582-8FD5-DA7F-EAB3-D8EB54E61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5CF14B-6A6B-4D01-BE03-EDB42ABB4004}" type="datetime1">
              <a:rPr lang="en-IN" smtClean="0"/>
              <a:t>16-01-2026</a:t>
            </a:fld>
            <a:endParaRPr lang="en-IN"/>
          </a:p>
        </p:txBody>
      </p:sp>
      <p:sp>
        <p:nvSpPr>
          <p:cNvPr id="5" name="Footer Placeholder 4">
            <a:extLst>
              <a:ext uri="{FF2B5EF4-FFF2-40B4-BE49-F238E27FC236}">
                <a16:creationId xmlns:a16="http://schemas.microsoft.com/office/drawing/2014/main" id="{750953D2-3E85-C3F3-EBAC-D55A896278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PARUL INSTITUTE OF ENGINEERING, PARUL UNIVERSITY</a:t>
            </a:r>
            <a:endParaRPr lang="en-IN"/>
          </a:p>
        </p:txBody>
      </p:sp>
      <p:sp>
        <p:nvSpPr>
          <p:cNvPr id="6" name="Slide Number Placeholder 5">
            <a:extLst>
              <a:ext uri="{FF2B5EF4-FFF2-40B4-BE49-F238E27FC236}">
                <a16:creationId xmlns:a16="http://schemas.microsoft.com/office/drawing/2014/main" id="{32C0EF98-3F22-5A23-6D4C-46530F4B6A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D90B7B-96E2-47B7-9F41-98421048E957}" type="slidenum">
              <a:rPr lang="en-IN" smtClean="0"/>
              <a:t>‹#›</a:t>
            </a:fld>
            <a:endParaRPr lang="en-IN"/>
          </a:p>
        </p:txBody>
      </p:sp>
    </p:spTree>
    <p:extLst>
      <p:ext uri="{BB962C8B-B14F-4D97-AF65-F5344CB8AC3E}">
        <p14:creationId xmlns:p14="http://schemas.microsoft.com/office/powerpoint/2010/main" val="181923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6D3A56-D808-25DE-6C7D-CD6DD9DF1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D978269C-F15A-B111-0655-FD133478F024}"/>
              </a:ext>
            </a:extLst>
          </p:cNvPr>
          <p:cNvSpPr>
            <a:spLocks noGrp="1"/>
          </p:cNvSpPr>
          <p:nvPr>
            <p:ph type="title"/>
          </p:nvPr>
        </p:nvSpPr>
        <p:spPr>
          <a:xfrm>
            <a:off x="838199" y="1590253"/>
            <a:ext cx="10515600" cy="1695250"/>
          </a:xfrm>
        </p:spPr>
        <p:txBody>
          <a:bodyPr>
            <a:noAutofit/>
          </a:bodyPr>
          <a:lstStyle/>
          <a:p>
            <a:pPr algn="ctr">
              <a:lnSpc>
                <a:spcPct val="200000"/>
              </a:lnSpc>
            </a:pPr>
            <a:r>
              <a:rPr lang="en-IN" sz="4000" b="1" dirty="0" err="1">
                <a:latin typeface="Times New Roman" panose="02020603050405020304" pitchFamily="18" charset="0"/>
                <a:cs typeface="Times New Roman" panose="02020603050405020304" pitchFamily="18" charset="0"/>
              </a:rPr>
              <a:t>B.Tech</a:t>
            </a:r>
            <a:r>
              <a:rPr lang="en-IN" sz="4000" b="1" dirty="0">
                <a:latin typeface="Times New Roman" panose="02020603050405020304" pitchFamily="18" charset="0"/>
                <a:cs typeface="Times New Roman" panose="02020603050405020304" pitchFamily="18" charset="0"/>
              </a:rPr>
              <a:t> 6</a:t>
            </a:r>
            <a:r>
              <a:rPr lang="en-IN" sz="4000" b="1" baseline="30000" dirty="0">
                <a:latin typeface="Times New Roman" panose="02020603050405020304" pitchFamily="18" charset="0"/>
                <a:cs typeface="Times New Roman" panose="02020603050405020304" pitchFamily="18" charset="0"/>
              </a:rPr>
              <a:t>th</a:t>
            </a:r>
            <a:r>
              <a:rPr lang="en-IN" sz="4000" b="1" dirty="0">
                <a:latin typeface="Times New Roman" panose="02020603050405020304" pitchFamily="18" charset="0"/>
                <a:cs typeface="Times New Roman" panose="02020603050405020304" pitchFamily="18" charset="0"/>
              </a:rPr>
              <a:t> Semester Minor Project Presentation</a:t>
            </a:r>
            <a:br>
              <a:rPr lang="en-IN" sz="4000" b="1" dirty="0">
                <a:latin typeface="Times New Roman" panose="02020603050405020304" pitchFamily="18" charset="0"/>
                <a:cs typeface="Times New Roman" panose="02020603050405020304" pitchFamily="18" charset="0"/>
              </a:rPr>
            </a:br>
            <a:r>
              <a:rPr lang="en-IN" sz="4000" b="1" dirty="0">
                <a:latin typeface="Times New Roman" panose="02020603050405020304" pitchFamily="18" charset="0"/>
                <a:cs typeface="Times New Roman" panose="02020603050405020304" pitchFamily="18" charset="0"/>
              </a:rPr>
              <a:t>“Skip the Wait – Smart Dining System”</a:t>
            </a:r>
            <a:endParaRPr lang="en-IN" sz="66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6FF33ED-94E7-9E9F-6BB7-B63F4B2C9566}"/>
              </a:ext>
            </a:extLst>
          </p:cNvPr>
          <p:cNvSpPr txBox="1"/>
          <p:nvPr/>
        </p:nvSpPr>
        <p:spPr>
          <a:xfrm>
            <a:off x="838199" y="4227871"/>
            <a:ext cx="5501641" cy="1938992"/>
          </a:xfrm>
          <a:prstGeom prst="rect">
            <a:avLst/>
          </a:prstGeom>
          <a:noFill/>
        </p:spPr>
        <p:txBody>
          <a:bodyPr wrap="square" rtlCol="0">
            <a:spAutoFit/>
          </a:bodyPr>
          <a:lstStyle/>
          <a:p>
            <a:r>
              <a:rPr lang="en-IN" sz="2400" b="1" dirty="0"/>
              <a:t>Presented By :-</a:t>
            </a:r>
          </a:p>
          <a:p>
            <a:pPr indent="1076325"/>
            <a:r>
              <a:rPr lang="en-IN" sz="2400" dirty="0"/>
              <a:t>Ayush Gangani (2303051051176)</a:t>
            </a:r>
          </a:p>
          <a:p>
            <a:pPr indent="1076325"/>
            <a:r>
              <a:rPr lang="en-IN" sz="2400" dirty="0"/>
              <a:t>Divya Chauhan (2303051051186)</a:t>
            </a:r>
          </a:p>
          <a:p>
            <a:pPr indent="1076325"/>
            <a:r>
              <a:rPr lang="en-IN" sz="2400" dirty="0"/>
              <a:t>Vatsal K. Udani (2303051050995)</a:t>
            </a:r>
          </a:p>
          <a:p>
            <a:endParaRPr lang="en-IN" sz="2400" dirty="0"/>
          </a:p>
        </p:txBody>
      </p:sp>
      <p:sp>
        <p:nvSpPr>
          <p:cNvPr id="12" name="TextBox 11">
            <a:extLst>
              <a:ext uri="{FF2B5EF4-FFF2-40B4-BE49-F238E27FC236}">
                <a16:creationId xmlns:a16="http://schemas.microsoft.com/office/drawing/2014/main" id="{E09C2B2D-F4C9-8347-7AC0-4C99CE8A0E59}"/>
              </a:ext>
            </a:extLst>
          </p:cNvPr>
          <p:cNvSpPr txBox="1"/>
          <p:nvPr/>
        </p:nvSpPr>
        <p:spPr>
          <a:xfrm>
            <a:off x="6949440" y="4227871"/>
            <a:ext cx="3830320" cy="830997"/>
          </a:xfrm>
          <a:prstGeom prst="rect">
            <a:avLst/>
          </a:prstGeom>
          <a:noFill/>
        </p:spPr>
        <p:txBody>
          <a:bodyPr wrap="square" rtlCol="0">
            <a:spAutoFit/>
          </a:bodyPr>
          <a:lstStyle/>
          <a:p>
            <a:r>
              <a:rPr lang="en-IN" sz="2400" b="1" dirty="0"/>
              <a:t>Supervisors : </a:t>
            </a:r>
          </a:p>
          <a:p>
            <a:pPr indent="1076325"/>
            <a:r>
              <a:rPr lang="en-IN" sz="2400" dirty="0"/>
              <a:t>Raja Babu Gaurav</a:t>
            </a:r>
          </a:p>
        </p:txBody>
      </p:sp>
      <p:sp>
        <p:nvSpPr>
          <p:cNvPr id="13" name="Slide Number Placeholder 12">
            <a:extLst>
              <a:ext uri="{FF2B5EF4-FFF2-40B4-BE49-F238E27FC236}">
                <a16:creationId xmlns:a16="http://schemas.microsoft.com/office/drawing/2014/main" id="{7F3E42D6-7548-F260-455A-7CD251B6F556}"/>
              </a:ext>
            </a:extLst>
          </p:cNvPr>
          <p:cNvSpPr>
            <a:spLocks noGrp="1"/>
          </p:cNvSpPr>
          <p:nvPr>
            <p:ph type="sldNum" sz="quarter" idx="12"/>
          </p:nvPr>
        </p:nvSpPr>
        <p:spPr>
          <a:xfrm>
            <a:off x="10993184" y="6356349"/>
            <a:ext cx="721232" cy="365125"/>
          </a:xfrm>
          <a:solidFill>
            <a:schemeClr val="tx1"/>
          </a:solidFill>
        </p:spPr>
        <p:txBody>
          <a:bodyPr/>
          <a:lstStyle/>
          <a:p>
            <a:r>
              <a:rPr lang="en-IN" sz="1600" dirty="0">
                <a:solidFill>
                  <a:schemeClr val="bg1"/>
                </a:solidFill>
                <a:highlight>
                  <a:srgbClr val="000000"/>
                </a:highlight>
              </a:rPr>
              <a:t>1</a:t>
            </a:r>
            <a:endParaRPr lang="en-IN" dirty="0">
              <a:solidFill>
                <a:schemeClr val="bg1"/>
              </a:solidFill>
              <a:highlight>
                <a:srgbClr val="000000"/>
              </a:highlight>
            </a:endParaRPr>
          </a:p>
        </p:txBody>
      </p:sp>
      <p:sp>
        <p:nvSpPr>
          <p:cNvPr id="14" name="Footer Placeholder 13">
            <a:extLst>
              <a:ext uri="{FF2B5EF4-FFF2-40B4-BE49-F238E27FC236}">
                <a16:creationId xmlns:a16="http://schemas.microsoft.com/office/drawing/2014/main" id="{35DDD01F-21A4-CB83-2474-8F241A84DD65}"/>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spTree>
    <p:extLst>
      <p:ext uri="{BB962C8B-B14F-4D97-AF65-F5344CB8AC3E}">
        <p14:creationId xmlns:p14="http://schemas.microsoft.com/office/powerpoint/2010/main" val="184920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F467-FF79-B40B-6A25-D9AA629DA2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F0CD5F-8AB3-F92D-6596-99D028A5A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B587F144-D92D-9272-7DBF-9E5F7160F1FC}"/>
              </a:ext>
            </a:extLst>
          </p:cNvPr>
          <p:cNvSpPr>
            <a:spLocks noGrp="1"/>
          </p:cNvSpPr>
          <p:nvPr>
            <p:ph type="title"/>
          </p:nvPr>
        </p:nvSpPr>
        <p:spPr>
          <a:xfrm>
            <a:off x="163307" y="359969"/>
            <a:ext cx="10515600" cy="1013072"/>
          </a:xfrm>
        </p:spPr>
        <p:txBody>
          <a:bodyPr>
            <a:noAutofit/>
          </a:bodyPr>
          <a:lstStyle/>
          <a:p>
            <a:pPr algn="ctr">
              <a:lnSpc>
                <a:spcPct val="200000"/>
              </a:lnSpc>
            </a:pPr>
            <a:r>
              <a:rPr lang="en-IN" sz="4400" b="1" u="sng" dirty="0">
                <a:latin typeface="Arial" panose="020B0604020202020204" pitchFamily="34" charset="0"/>
                <a:cs typeface="Arial" panose="020B0604020202020204" pitchFamily="34" charset="0"/>
              </a:rPr>
              <a:t>Content of Presentation</a:t>
            </a:r>
          </a:p>
        </p:txBody>
      </p:sp>
      <p:sp>
        <p:nvSpPr>
          <p:cNvPr id="13" name="Slide Number Placeholder 12">
            <a:extLst>
              <a:ext uri="{FF2B5EF4-FFF2-40B4-BE49-F238E27FC236}">
                <a16:creationId xmlns:a16="http://schemas.microsoft.com/office/drawing/2014/main" id="{AFE3F82D-F0FF-48E2-6FD0-CFA7398E92D6}"/>
              </a:ext>
            </a:extLst>
          </p:cNvPr>
          <p:cNvSpPr>
            <a:spLocks noGrp="1"/>
          </p:cNvSpPr>
          <p:nvPr>
            <p:ph type="sldNum" sz="quarter" idx="12"/>
          </p:nvPr>
        </p:nvSpPr>
        <p:spPr>
          <a:xfrm>
            <a:off x="10993184" y="6356349"/>
            <a:ext cx="721232" cy="365125"/>
          </a:xfrm>
          <a:solidFill>
            <a:schemeClr val="tx1"/>
          </a:solidFill>
        </p:spPr>
        <p:txBody>
          <a:bodyPr/>
          <a:lstStyle/>
          <a:p>
            <a:r>
              <a:rPr lang="en-IN" sz="1600" dirty="0">
                <a:solidFill>
                  <a:schemeClr val="bg1"/>
                </a:solidFill>
                <a:highlight>
                  <a:srgbClr val="000000"/>
                </a:highlight>
              </a:rPr>
              <a:t>2</a:t>
            </a:r>
            <a:endParaRPr lang="en-IN" dirty="0">
              <a:solidFill>
                <a:schemeClr val="bg1"/>
              </a:solidFill>
              <a:highlight>
                <a:srgbClr val="000000"/>
              </a:highlight>
            </a:endParaRPr>
          </a:p>
        </p:txBody>
      </p:sp>
      <p:sp>
        <p:nvSpPr>
          <p:cNvPr id="14" name="Footer Placeholder 13">
            <a:extLst>
              <a:ext uri="{FF2B5EF4-FFF2-40B4-BE49-F238E27FC236}">
                <a16:creationId xmlns:a16="http://schemas.microsoft.com/office/drawing/2014/main" id="{0D3A8AD3-7763-BC0E-4CB9-6C516C9DBC01}"/>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2" name="Diagram 1">
            <a:extLst>
              <a:ext uri="{FF2B5EF4-FFF2-40B4-BE49-F238E27FC236}">
                <a16:creationId xmlns:a16="http://schemas.microsoft.com/office/drawing/2014/main" id="{E7091A7D-292C-6A36-8E99-D89A9BBFF9D7}"/>
              </a:ext>
            </a:extLst>
          </p:cNvPr>
          <p:cNvGraphicFramePr/>
          <p:nvPr>
            <p:extLst>
              <p:ext uri="{D42A27DB-BD31-4B8C-83A1-F6EECF244321}">
                <p14:modId xmlns:p14="http://schemas.microsoft.com/office/powerpoint/2010/main" val="3382042099"/>
              </p:ext>
            </p:extLst>
          </p:nvPr>
        </p:nvGraphicFramePr>
        <p:xfrm>
          <a:off x="481263" y="1627013"/>
          <a:ext cx="11233153" cy="43246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886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A7D91-D644-0A26-CDA4-9D163DA147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E066FB-C59F-8A76-54DB-C4EF955D1D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9906A493-AE23-C11D-C7DE-EEFD004D239C}"/>
              </a:ext>
            </a:extLst>
          </p:cNvPr>
          <p:cNvSpPr>
            <a:spLocks noGrp="1"/>
          </p:cNvSpPr>
          <p:nvPr>
            <p:ph type="title"/>
          </p:nvPr>
        </p:nvSpPr>
        <p:spPr>
          <a:xfrm>
            <a:off x="163307" y="359969"/>
            <a:ext cx="10515600" cy="1013072"/>
          </a:xfrm>
        </p:spPr>
        <p:txBody>
          <a:bodyPr>
            <a:noAutofit/>
          </a:bodyPr>
          <a:lstStyle/>
          <a:p>
            <a:pPr algn="ctr">
              <a:lnSpc>
                <a:spcPct val="200000"/>
              </a:lnSpc>
            </a:pPr>
            <a:r>
              <a:rPr lang="en-IN" sz="4800" b="1" u="sng" dirty="0">
                <a:latin typeface="Times New Roman" panose="02020603050405020304" pitchFamily="18" charset="0"/>
                <a:cs typeface="Times New Roman" panose="02020603050405020304" pitchFamily="18" charset="0"/>
              </a:rPr>
              <a:t>Introduction</a:t>
            </a:r>
          </a:p>
        </p:txBody>
      </p:sp>
      <p:sp>
        <p:nvSpPr>
          <p:cNvPr id="13" name="Slide Number Placeholder 12">
            <a:extLst>
              <a:ext uri="{FF2B5EF4-FFF2-40B4-BE49-F238E27FC236}">
                <a16:creationId xmlns:a16="http://schemas.microsoft.com/office/drawing/2014/main" id="{900DB793-C054-02C0-365D-D35998604DAB}"/>
              </a:ext>
            </a:extLst>
          </p:cNvPr>
          <p:cNvSpPr>
            <a:spLocks noGrp="1"/>
          </p:cNvSpPr>
          <p:nvPr>
            <p:ph type="sldNum" sz="quarter" idx="12"/>
          </p:nvPr>
        </p:nvSpPr>
        <p:spPr>
          <a:xfrm>
            <a:off x="10993184" y="6356349"/>
            <a:ext cx="721232" cy="365125"/>
          </a:xfrm>
          <a:solidFill>
            <a:schemeClr val="tx1"/>
          </a:solidFill>
        </p:spPr>
        <p:txBody>
          <a:bodyPr/>
          <a:lstStyle/>
          <a:p>
            <a:r>
              <a:rPr lang="en-IN" dirty="0">
                <a:solidFill>
                  <a:schemeClr val="bg1"/>
                </a:solidFill>
                <a:highlight>
                  <a:srgbClr val="000000"/>
                </a:highlight>
              </a:rPr>
              <a:t>3</a:t>
            </a:r>
          </a:p>
        </p:txBody>
      </p:sp>
      <p:sp>
        <p:nvSpPr>
          <p:cNvPr id="14" name="Footer Placeholder 13">
            <a:extLst>
              <a:ext uri="{FF2B5EF4-FFF2-40B4-BE49-F238E27FC236}">
                <a16:creationId xmlns:a16="http://schemas.microsoft.com/office/drawing/2014/main" id="{0E05AE13-AE35-7EA0-9824-B8A3CA08390D}"/>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6" name="Diagram 5">
            <a:extLst>
              <a:ext uri="{FF2B5EF4-FFF2-40B4-BE49-F238E27FC236}">
                <a16:creationId xmlns:a16="http://schemas.microsoft.com/office/drawing/2014/main" id="{FEAD915F-4533-B9C7-3338-CD8EC6945A76}"/>
              </a:ext>
            </a:extLst>
          </p:cNvPr>
          <p:cNvGraphicFramePr/>
          <p:nvPr>
            <p:extLst>
              <p:ext uri="{D42A27DB-BD31-4B8C-83A1-F6EECF244321}">
                <p14:modId xmlns:p14="http://schemas.microsoft.com/office/powerpoint/2010/main" val="977824093"/>
              </p:ext>
            </p:extLst>
          </p:nvPr>
        </p:nvGraphicFramePr>
        <p:xfrm>
          <a:off x="734355" y="1589137"/>
          <a:ext cx="10258829" cy="37509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2838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E9A8A-8D51-459C-D74F-661963A01D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413D7B-D579-B257-59DB-80B518DE4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C2F5638B-218C-CF43-AA06-193AC5BA3AF4}"/>
              </a:ext>
            </a:extLst>
          </p:cNvPr>
          <p:cNvSpPr>
            <a:spLocks noGrp="1"/>
          </p:cNvSpPr>
          <p:nvPr>
            <p:ph type="title"/>
          </p:nvPr>
        </p:nvSpPr>
        <p:spPr>
          <a:xfrm>
            <a:off x="163307" y="359969"/>
            <a:ext cx="10515600" cy="1013072"/>
          </a:xfrm>
        </p:spPr>
        <p:txBody>
          <a:bodyPr>
            <a:noAutofit/>
          </a:bodyPr>
          <a:lstStyle/>
          <a:p>
            <a:pPr algn="ctr">
              <a:lnSpc>
                <a:spcPct val="200000"/>
              </a:lnSpc>
            </a:pPr>
            <a:r>
              <a:rPr lang="en-IN" sz="4400" b="1" u="sng" dirty="0">
                <a:latin typeface="Times New Roman" panose="02020603050405020304" pitchFamily="18" charset="0"/>
                <a:cs typeface="Times New Roman" panose="02020603050405020304" pitchFamily="18" charset="0"/>
              </a:rPr>
              <a:t>Abstract</a:t>
            </a:r>
          </a:p>
        </p:txBody>
      </p:sp>
      <p:sp>
        <p:nvSpPr>
          <p:cNvPr id="13" name="Slide Number Placeholder 12">
            <a:extLst>
              <a:ext uri="{FF2B5EF4-FFF2-40B4-BE49-F238E27FC236}">
                <a16:creationId xmlns:a16="http://schemas.microsoft.com/office/drawing/2014/main" id="{E3793B1E-785E-88D6-6D03-9BD07FC62A8E}"/>
              </a:ext>
            </a:extLst>
          </p:cNvPr>
          <p:cNvSpPr>
            <a:spLocks noGrp="1"/>
          </p:cNvSpPr>
          <p:nvPr>
            <p:ph type="sldNum" sz="quarter" idx="12"/>
          </p:nvPr>
        </p:nvSpPr>
        <p:spPr>
          <a:xfrm>
            <a:off x="10993184" y="6356349"/>
            <a:ext cx="721232" cy="365125"/>
          </a:xfrm>
          <a:solidFill>
            <a:schemeClr val="tx1"/>
          </a:solidFill>
        </p:spPr>
        <p:txBody>
          <a:bodyPr/>
          <a:lstStyle/>
          <a:p>
            <a:r>
              <a:rPr lang="en-IN" sz="1600" dirty="0">
                <a:solidFill>
                  <a:schemeClr val="bg1"/>
                </a:solidFill>
                <a:highlight>
                  <a:srgbClr val="000000"/>
                </a:highlight>
              </a:rPr>
              <a:t>5</a:t>
            </a:r>
          </a:p>
        </p:txBody>
      </p:sp>
      <p:sp>
        <p:nvSpPr>
          <p:cNvPr id="14" name="Footer Placeholder 13">
            <a:extLst>
              <a:ext uri="{FF2B5EF4-FFF2-40B4-BE49-F238E27FC236}">
                <a16:creationId xmlns:a16="http://schemas.microsoft.com/office/drawing/2014/main" id="{B629C126-E76C-B971-A7BE-486473C717AC}"/>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sp>
        <p:nvSpPr>
          <p:cNvPr id="7" name="TextBox 6">
            <a:extLst>
              <a:ext uri="{FF2B5EF4-FFF2-40B4-BE49-F238E27FC236}">
                <a16:creationId xmlns:a16="http://schemas.microsoft.com/office/drawing/2014/main" id="{14F9776E-3D6E-733E-CD58-92024F8E5BE8}"/>
              </a:ext>
            </a:extLst>
          </p:cNvPr>
          <p:cNvSpPr txBox="1"/>
          <p:nvPr/>
        </p:nvSpPr>
        <p:spPr>
          <a:xfrm>
            <a:off x="477584" y="2108279"/>
            <a:ext cx="10515600" cy="2862322"/>
          </a:xfrm>
          <a:prstGeom prst="rect">
            <a:avLst/>
          </a:prstGeom>
          <a:noFill/>
        </p:spPr>
        <p:txBody>
          <a:bodyPr wrap="square" rtlCol="0">
            <a:spAutoFit/>
          </a:bodyPr>
          <a:lstStyle/>
          <a:p>
            <a:pPr marL="342900" indent="-342900">
              <a:buFont typeface="Arial" panose="020B0604020202020204" pitchFamily="34" charset="0"/>
              <a:buChar char="•"/>
            </a:pPr>
            <a:r>
              <a:rPr lang="en-US" sz="3000" dirty="0"/>
              <a:t>Web- based system for restaurant automation</a:t>
            </a:r>
          </a:p>
          <a:p>
            <a:pPr marL="342900" indent="-342900">
              <a:buFont typeface="Arial" panose="020B0604020202020204" pitchFamily="34" charset="0"/>
              <a:buChar char="•"/>
            </a:pPr>
            <a:r>
              <a:rPr lang="en-US" sz="3000" dirty="0"/>
              <a:t>Manages queue, table allocation, ordering, and billing</a:t>
            </a:r>
          </a:p>
          <a:p>
            <a:pPr marL="342900" indent="-342900">
              <a:buFont typeface="Arial" panose="020B0604020202020204" pitchFamily="34" charset="0"/>
              <a:buChar char="•"/>
            </a:pPr>
            <a:r>
              <a:rPr lang="en-IN" sz="3000" dirty="0"/>
              <a:t>Uses QR codes — no app installation required</a:t>
            </a:r>
          </a:p>
          <a:p>
            <a:pPr marL="342900" indent="-342900">
              <a:buFont typeface="Arial" panose="020B0604020202020204" pitchFamily="34" charset="0"/>
              <a:buChar char="•"/>
            </a:pPr>
            <a:r>
              <a:rPr lang="en-US" sz="3000" dirty="0"/>
              <a:t>Orders are sent directly to the kitchen</a:t>
            </a:r>
          </a:p>
          <a:p>
            <a:pPr marL="342900" indent="-342900">
              <a:buFont typeface="Arial" panose="020B0604020202020204" pitchFamily="34" charset="0"/>
              <a:buChar char="•"/>
            </a:pPr>
            <a:r>
              <a:rPr lang="en-US" sz="3000" dirty="0"/>
              <a:t>Reduces waiting time and staff workload</a:t>
            </a:r>
          </a:p>
          <a:p>
            <a:pPr marL="342900" indent="-342900">
              <a:buFont typeface="Arial" panose="020B0604020202020204" pitchFamily="34" charset="0"/>
              <a:buChar char="•"/>
            </a:pPr>
            <a:r>
              <a:rPr lang="en-US" sz="3000" dirty="0"/>
              <a:t>Designed to be scalable and user-friendly</a:t>
            </a:r>
            <a:endParaRPr lang="en-IN" sz="3000" dirty="0"/>
          </a:p>
        </p:txBody>
      </p:sp>
    </p:spTree>
    <p:extLst>
      <p:ext uri="{BB962C8B-B14F-4D97-AF65-F5344CB8AC3E}">
        <p14:creationId xmlns:p14="http://schemas.microsoft.com/office/powerpoint/2010/main" val="1056993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CF04-1719-172A-C761-9733CFFBA9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FEE12E-26A7-FFFF-BA4A-3D5CEC0AC8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BCEA81F0-3A0C-C5B3-6F7B-5D72AB4E9619}"/>
              </a:ext>
            </a:extLst>
          </p:cNvPr>
          <p:cNvSpPr>
            <a:spLocks noGrp="1"/>
          </p:cNvSpPr>
          <p:nvPr>
            <p:ph type="title"/>
          </p:nvPr>
        </p:nvSpPr>
        <p:spPr>
          <a:xfrm>
            <a:off x="163307" y="239226"/>
            <a:ext cx="10515600" cy="1013072"/>
          </a:xfrm>
        </p:spPr>
        <p:txBody>
          <a:bodyPr>
            <a:noAutofit/>
          </a:bodyPr>
          <a:lstStyle/>
          <a:p>
            <a:pPr algn="ctr">
              <a:lnSpc>
                <a:spcPct val="200000"/>
              </a:lnSpc>
            </a:pPr>
            <a:r>
              <a:rPr lang="en-IN" sz="4800" b="1" u="sng" dirty="0"/>
              <a:t>Problem Statement</a:t>
            </a:r>
            <a:endParaRPr lang="en-IN" sz="4000" b="1" u="sng"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CA347413-0915-DE9F-42D1-B3584030B53B}"/>
              </a:ext>
            </a:extLst>
          </p:cNvPr>
          <p:cNvSpPr>
            <a:spLocks noGrp="1"/>
          </p:cNvSpPr>
          <p:nvPr>
            <p:ph type="sldNum" sz="quarter" idx="12"/>
          </p:nvPr>
        </p:nvSpPr>
        <p:spPr>
          <a:xfrm>
            <a:off x="10993184" y="6356349"/>
            <a:ext cx="721232" cy="365125"/>
          </a:xfrm>
          <a:solidFill>
            <a:schemeClr val="tx1"/>
          </a:solidFill>
        </p:spPr>
        <p:txBody>
          <a:bodyPr/>
          <a:lstStyle/>
          <a:p>
            <a:r>
              <a:rPr lang="en-IN" dirty="0">
                <a:solidFill>
                  <a:schemeClr val="bg1"/>
                </a:solidFill>
                <a:highlight>
                  <a:srgbClr val="000000"/>
                </a:highlight>
              </a:rPr>
              <a:t>6</a:t>
            </a:r>
          </a:p>
        </p:txBody>
      </p:sp>
      <p:sp>
        <p:nvSpPr>
          <p:cNvPr id="14" name="Footer Placeholder 13">
            <a:extLst>
              <a:ext uri="{FF2B5EF4-FFF2-40B4-BE49-F238E27FC236}">
                <a16:creationId xmlns:a16="http://schemas.microsoft.com/office/drawing/2014/main" id="{1B4C08D6-8C29-E5E0-5E95-606752927E6B}"/>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2" name="Diagram 1">
            <a:extLst>
              <a:ext uri="{FF2B5EF4-FFF2-40B4-BE49-F238E27FC236}">
                <a16:creationId xmlns:a16="http://schemas.microsoft.com/office/drawing/2014/main" id="{6E458C55-788D-3ECF-D923-01CE5FAE5EF9}"/>
              </a:ext>
            </a:extLst>
          </p:cNvPr>
          <p:cNvGraphicFramePr/>
          <p:nvPr>
            <p:extLst>
              <p:ext uri="{D42A27DB-BD31-4B8C-83A1-F6EECF244321}">
                <p14:modId xmlns:p14="http://schemas.microsoft.com/office/powerpoint/2010/main" val="3699749645"/>
              </p:ext>
            </p:extLst>
          </p:nvPr>
        </p:nvGraphicFramePr>
        <p:xfrm>
          <a:off x="734354" y="1252298"/>
          <a:ext cx="10799919" cy="44012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9975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78F0-F39A-1124-2919-F151EB4143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34F76F-B9E7-A52C-A18F-559D9E672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78C775DA-49C2-D25A-28F9-360BB082EECE}"/>
              </a:ext>
            </a:extLst>
          </p:cNvPr>
          <p:cNvSpPr>
            <a:spLocks noGrp="1"/>
          </p:cNvSpPr>
          <p:nvPr>
            <p:ph type="title"/>
          </p:nvPr>
        </p:nvSpPr>
        <p:spPr>
          <a:xfrm>
            <a:off x="477584" y="68673"/>
            <a:ext cx="10515600" cy="1013072"/>
          </a:xfrm>
        </p:spPr>
        <p:txBody>
          <a:bodyPr>
            <a:noAutofit/>
          </a:bodyPr>
          <a:lstStyle/>
          <a:p>
            <a:pPr algn="ctr">
              <a:lnSpc>
                <a:spcPct val="200000"/>
              </a:lnSpc>
            </a:pPr>
            <a:r>
              <a:rPr lang="en-IN" sz="4800" b="1" dirty="0">
                <a:latin typeface="Times New Roman" panose="02020603050405020304" pitchFamily="18" charset="0"/>
                <a:cs typeface="Times New Roman" panose="02020603050405020304" pitchFamily="18" charset="0"/>
              </a:rPr>
              <a:t>Technology Stack</a:t>
            </a:r>
          </a:p>
        </p:txBody>
      </p:sp>
      <p:sp>
        <p:nvSpPr>
          <p:cNvPr id="13" name="Slide Number Placeholder 12">
            <a:extLst>
              <a:ext uri="{FF2B5EF4-FFF2-40B4-BE49-F238E27FC236}">
                <a16:creationId xmlns:a16="http://schemas.microsoft.com/office/drawing/2014/main" id="{2F8D5E34-02AB-4F57-C999-D02E2DFCD497}"/>
              </a:ext>
            </a:extLst>
          </p:cNvPr>
          <p:cNvSpPr>
            <a:spLocks noGrp="1"/>
          </p:cNvSpPr>
          <p:nvPr>
            <p:ph type="sldNum" sz="quarter" idx="12"/>
          </p:nvPr>
        </p:nvSpPr>
        <p:spPr>
          <a:xfrm>
            <a:off x="10993184" y="6356349"/>
            <a:ext cx="721232" cy="365125"/>
          </a:xfrm>
          <a:solidFill>
            <a:schemeClr val="tx1"/>
          </a:solidFill>
        </p:spPr>
        <p:txBody>
          <a:bodyPr/>
          <a:lstStyle/>
          <a:p>
            <a:r>
              <a:rPr lang="en-IN" dirty="0">
                <a:solidFill>
                  <a:schemeClr val="bg1"/>
                </a:solidFill>
                <a:highlight>
                  <a:srgbClr val="000000"/>
                </a:highlight>
              </a:rPr>
              <a:t>4</a:t>
            </a:r>
          </a:p>
        </p:txBody>
      </p:sp>
      <p:sp>
        <p:nvSpPr>
          <p:cNvPr id="14" name="Footer Placeholder 13">
            <a:extLst>
              <a:ext uri="{FF2B5EF4-FFF2-40B4-BE49-F238E27FC236}">
                <a16:creationId xmlns:a16="http://schemas.microsoft.com/office/drawing/2014/main" id="{30C339E3-98C3-4815-F2EB-BAE17F09EE67}"/>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4" name="Diagram 3">
            <a:extLst>
              <a:ext uri="{FF2B5EF4-FFF2-40B4-BE49-F238E27FC236}">
                <a16:creationId xmlns:a16="http://schemas.microsoft.com/office/drawing/2014/main" id="{ADE48E98-C890-A180-40F6-A0AFF0B70CAB}"/>
              </a:ext>
            </a:extLst>
          </p:cNvPr>
          <p:cNvGraphicFramePr/>
          <p:nvPr>
            <p:extLst>
              <p:ext uri="{D42A27DB-BD31-4B8C-83A1-F6EECF244321}">
                <p14:modId xmlns:p14="http://schemas.microsoft.com/office/powerpoint/2010/main" val="4066913512"/>
              </p:ext>
            </p:extLst>
          </p:nvPr>
        </p:nvGraphicFramePr>
        <p:xfrm>
          <a:off x="734355" y="1208731"/>
          <a:ext cx="10258829" cy="48936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400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29817-FE90-5CBD-3210-CA3D46869A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1C4670-AE6A-F090-B12E-CDE7F93A3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96B98CFA-6145-E175-6EEF-9342745FF448}"/>
              </a:ext>
            </a:extLst>
          </p:cNvPr>
          <p:cNvSpPr>
            <a:spLocks noGrp="1"/>
          </p:cNvSpPr>
          <p:nvPr>
            <p:ph type="title"/>
          </p:nvPr>
        </p:nvSpPr>
        <p:spPr>
          <a:xfrm>
            <a:off x="163307" y="359969"/>
            <a:ext cx="10515600" cy="1013072"/>
          </a:xfrm>
        </p:spPr>
        <p:txBody>
          <a:bodyPr>
            <a:noAutofit/>
          </a:bodyPr>
          <a:lstStyle/>
          <a:p>
            <a:pPr algn="ctr">
              <a:lnSpc>
                <a:spcPct val="200000"/>
              </a:lnSpc>
            </a:pPr>
            <a:r>
              <a:rPr lang="en-IN" sz="4400" b="1" u="sng" dirty="0">
                <a:latin typeface="Times New Roman" panose="02020603050405020304" pitchFamily="18" charset="0"/>
                <a:cs typeface="Times New Roman" panose="02020603050405020304" pitchFamily="18" charset="0"/>
              </a:rPr>
              <a:t>Advantages &amp; Limitations</a:t>
            </a:r>
          </a:p>
        </p:txBody>
      </p:sp>
      <p:sp>
        <p:nvSpPr>
          <p:cNvPr id="13" name="Slide Number Placeholder 12">
            <a:extLst>
              <a:ext uri="{FF2B5EF4-FFF2-40B4-BE49-F238E27FC236}">
                <a16:creationId xmlns:a16="http://schemas.microsoft.com/office/drawing/2014/main" id="{3514C189-6C3F-30D8-86B4-A02DA49D4042}"/>
              </a:ext>
            </a:extLst>
          </p:cNvPr>
          <p:cNvSpPr>
            <a:spLocks noGrp="1"/>
          </p:cNvSpPr>
          <p:nvPr>
            <p:ph type="sldNum" sz="quarter" idx="12"/>
          </p:nvPr>
        </p:nvSpPr>
        <p:spPr>
          <a:xfrm>
            <a:off x="10993184" y="6356349"/>
            <a:ext cx="721232" cy="365125"/>
          </a:xfrm>
          <a:solidFill>
            <a:schemeClr val="tx1"/>
          </a:solidFill>
        </p:spPr>
        <p:txBody>
          <a:bodyPr/>
          <a:lstStyle/>
          <a:p>
            <a:r>
              <a:rPr lang="en-IN" sz="1600" dirty="0">
                <a:solidFill>
                  <a:schemeClr val="bg1"/>
                </a:solidFill>
                <a:highlight>
                  <a:srgbClr val="000000"/>
                </a:highlight>
              </a:rPr>
              <a:t>5</a:t>
            </a:r>
          </a:p>
        </p:txBody>
      </p:sp>
      <p:sp>
        <p:nvSpPr>
          <p:cNvPr id="14" name="Footer Placeholder 13">
            <a:extLst>
              <a:ext uri="{FF2B5EF4-FFF2-40B4-BE49-F238E27FC236}">
                <a16:creationId xmlns:a16="http://schemas.microsoft.com/office/drawing/2014/main" id="{6404AA2C-5898-C203-C6D4-8030EDAC9078}"/>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2" name="Diagram 1">
            <a:extLst>
              <a:ext uri="{FF2B5EF4-FFF2-40B4-BE49-F238E27FC236}">
                <a16:creationId xmlns:a16="http://schemas.microsoft.com/office/drawing/2014/main" id="{54511251-F101-216D-D8A3-BD759FC8EF28}"/>
              </a:ext>
            </a:extLst>
          </p:cNvPr>
          <p:cNvGraphicFramePr/>
          <p:nvPr>
            <p:extLst>
              <p:ext uri="{D42A27DB-BD31-4B8C-83A1-F6EECF244321}">
                <p14:modId xmlns:p14="http://schemas.microsoft.com/office/powerpoint/2010/main" val="3114228660"/>
              </p:ext>
            </p:extLst>
          </p:nvPr>
        </p:nvGraphicFramePr>
        <p:xfrm>
          <a:off x="-1712762" y="2007340"/>
          <a:ext cx="10657840" cy="3714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FB5799F5-61E6-EB37-7F2F-909218EC19D8}"/>
              </a:ext>
            </a:extLst>
          </p:cNvPr>
          <p:cNvGraphicFramePr/>
          <p:nvPr>
            <p:extLst>
              <p:ext uri="{D42A27DB-BD31-4B8C-83A1-F6EECF244321}">
                <p14:modId xmlns:p14="http://schemas.microsoft.com/office/powerpoint/2010/main" val="456501659"/>
              </p:ext>
            </p:extLst>
          </p:nvPr>
        </p:nvGraphicFramePr>
        <p:xfrm>
          <a:off x="6913131" y="2656884"/>
          <a:ext cx="3537155" cy="263357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2" name="TextBox 11">
            <a:extLst>
              <a:ext uri="{FF2B5EF4-FFF2-40B4-BE49-F238E27FC236}">
                <a16:creationId xmlns:a16="http://schemas.microsoft.com/office/drawing/2014/main" id="{E220CE11-9278-B12A-42DA-E1FE762828C0}"/>
              </a:ext>
            </a:extLst>
          </p:cNvPr>
          <p:cNvSpPr txBox="1"/>
          <p:nvPr/>
        </p:nvSpPr>
        <p:spPr>
          <a:xfrm>
            <a:off x="8125408" y="2146254"/>
            <a:ext cx="3228392" cy="369332"/>
          </a:xfrm>
          <a:prstGeom prst="rect">
            <a:avLst/>
          </a:prstGeom>
          <a:noFill/>
        </p:spPr>
        <p:txBody>
          <a:bodyPr wrap="square" rtlCol="0">
            <a:spAutoFit/>
          </a:bodyPr>
          <a:lstStyle/>
          <a:p>
            <a:r>
              <a:rPr lang="en-US" b="1" dirty="0"/>
              <a:t>Limitations</a:t>
            </a:r>
          </a:p>
        </p:txBody>
      </p:sp>
    </p:spTree>
    <p:extLst>
      <p:ext uri="{BB962C8B-B14F-4D97-AF65-F5344CB8AC3E}">
        <p14:creationId xmlns:p14="http://schemas.microsoft.com/office/powerpoint/2010/main" val="540036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4511-2E6A-329B-F7D9-6CF46A521E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D2633B-4D9C-EC4C-5949-AA163282F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155" y="105997"/>
            <a:ext cx="1786538" cy="1013072"/>
          </a:xfrm>
          <a:prstGeom prst="rect">
            <a:avLst/>
          </a:prstGeom>
        </p:spPr>
      </p:pic>
      <p:sp>
        <p:nvSpPr>
          <p:cNvPr id="9" name="Title 8">
            <a:extLst>
              <a:ext uri="{FF2B5EF4-FFF2-40B4-BE49-F238E27FC236}">
                <a16:creationId xmlns:a16="http://schemas.microsoft.com/office/drawing/2014/main" id="{1AABD6B4-0D04-FB7A-5323-77F21551235B}"/>
              </a:ext>
            </a:extLst>
          </p:cNvPr>
          <p:cNvSpPr>
            <a:spLocks noGrp="1"/>
          </p:cNvSpPr>
          <p:nvPr>
            <p:ph type="title"/>
          </p:nvPr>
        </p:nvSpPr>
        <p:spPr>
          <a:xfrm>
            <a:off x="163307" y="359969"/>
            <a:ext cx="10515600" cy="1013072"/>
          </a:xfrm>
        </p:spPr>
        <p:txBody>
          <a:bodyPr>
            <a:noAutofit/>
          </a:bodyPr>
          <a:lstStyle/>
          <a:p>
            <a:pPr algn="ctr">
              <a:lnSpc>
                <a:spcPct val="200000"/>
              </a:lnSpc>
            </a:pPr>
            <a:r>
              <a:rPr lang="en-US" sz="4400" b="1" dirty="0">
                <a:latin typeface="Times New Roman" panose="02020603050405020304" pitchFamily="18" charset="0"/>
                <a:cs typeface="Times New Roman" panose="02020603050405020304" pitchFamily="18" charset="0"/>
              </a:rPr>
              <a:t>C</a:t>
            </a:r>
            <a:r>
              <a:rPr lang="en-IN" sz="4400" b="1" dirty="0">
                <a:latin typeface="Times New Roman" panose="02020603050405020304" pitchFamily="18" charset="0"/>
                <a:cs typeface="Times New Roman" panose="02020603050405020304" pitchFamily="18" charset="0"/>
              </a:rPr>
              <a:t>onclusion</a:t>
            </a:r>
          </a:p>
        </p:txBody>
      </p:sp>
      <p:sp>
        <p:nvSpPr>
          <p:cNvPr id="13" name="Slide Number Placeholder 12">
            <a:extLst>
              <a:ext uri="{FF2B5EF4-FFF2-40B4-BE49-F238E27FC236}">
                <a16:creationId xmlns:a16="http://schemas.microsoft.com/office/drawing/2014/main" id="{2EE57CDB-2899-4154-5E08-D8982BEC55A3}"/>
              </a:ext>
            </a:extLst>
          </p:cNvPr>
          <p:cNvSpPr>
            <a:spLocks noGrp="1"/>
          </p:cNvSpPr>
          <p:nvPr>
            <p:ph type="sldNum" sz="quarter" idx="12"/>
          </p:nvPr>
        </p:nvSpPr>
        <p:spPr>
          <a:xfrm>
            <a:off x="10993184" y="6356349"/>
            <a:ext cx="721232" cy="365125"/>
          </a:xfrm>
          <a:solidFill>
            <a:schemeClr val="tx1"/>
          </a:solidFill>
        </p:spPr>
        <p:txBody>
          <a:bodyPr/>
          <a:lstStyle/>
          <a:p>
            <a:r>
              <a:rPr lang="en-IN" sz="1600" dirty="0">
                <a:solidFill>
                  <a:schemeClr val="bg1"/>
                </a:solidFill>
                <a:highlight>
                  <a:srgbClr val="000000"/>
                </a:highlight>
              </a:rPr>
              <a:t>5</a:t>
            </a:r>
          </a:p>
        </p:txBody>
      </p:sp>
      <p:sp>
        <p:nvSpPr>
          <p:cNvPr id="14" name="Footer Placeholder 13">
            <a:extLst>
              <a:ext uri="{FF2B5EF4-FFF2-40B4-BE49-F238E27FC236}">
                <a16:creationId xmlns:a16="http://schemas.microsoft.com/office/drawing/2014/main" id="{496DE602-7F28-2C22-6FBF-5D5AAE8BB803}"/>
              </a:ext>
            </a:extLst>
          </p:cNvPr>
          <p:cNvSpPr>
            <a:spLocks noGrp="1"/>
          </p:cNvSpPr>
          <p:nvPr>
            <p:ph type="ftr" sz="quarter" idx="11"/>
          </p:nvPr>
        </p:nvSpPr>
        <p:spPr>
          <a:xfrm>
            <a:off x="0" y="6356350"/>
            <a:ext cx="10657840" cy="365125"/>
          </a:xfrm>
          <a:solidFill>
            <a:schemeClr val="tx1"/>
          </a:solidFill>
        </p:spPr>
        <p:txBody>
          <a:bodyPr/>
          <a:lstStyle/>
          <a:p>
            <a:r>
              <a:rPr lang="en-IN" sz="1600" dirty="0">
                <a:solidFill>
                  <a:schemeClr val="bg1"/>
                </a:solidFill>
              </a:rPr>
              <a:t>PARUL INSTITUTE OF ENGINEERING, PARUL UNIVERSITY</a:t>
            </a:r>
          </a:p>
        </p:txBody>
      </p:sp>
      <p:graphicFrame>
        <p:nvGraphicFramePr>
          <p:cNvPr id="6" name="Diagram 5">
            <a:extLst>
              <a:ext uri="{FF2B5EF4-FFF2-40B4-BE49-F238E27FC236}">
                <a16:creationId xmlns:a16="http://schemas.microsoft.com/office/drawing/2014/main" id="{3C750ECA-8488-CEA3-C731-CA41D8DB1F92}"/>
              </a:ext>
            </a:extLst>
          </p:cNvPr>
          <p:cNvGraphicFramePr/>
          <p:nvPr>
            <p:extLst>
              <p:ext uri="{D42A27DB-BD31-4B8C-83A1-F6EECF244321}">
                <p14:modId xmlns:p14="http://schemas.microsoft.com/office/powerpoint/2010/main" val="327328503"/>
              </p:ext>
            </p:extLst>
          </p:nvPr>
        </p:nvGraphicFramePr>
        <p:xfrm>
          <a:off x="488363" y="2087229"/>
          <a:ext cx="11226053" cy="30469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8708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422</Words>
  <Application>Microsoft Office PowerPoint</Application>
  <PresentationFormat>Widescreen</PresentationFormat>
  <Paragraphs>75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B.Tech 6th Semester Minor Project Presentation “Skip the Wait – Smart Dining System”</vt:lpstr>
      <vt:lpstr>Content of Presentation</vt:lpstr>
      <vt:lpstr>Introduction</vt:lpstr>
      <vt:lpstr>Abstract</vt:lpstr>
      <vt:lpstr>Problem Statement</vt:lpstr>
      <vt:lpstr>Technology Stack</vt:lpstr>
      <vt:lpstr>Advantages &amp; 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Gangani</dc:creator>
  <cp:lastModifiedBy>Ayush Gangani</cp:lastModifiedBy>
  <cp:revision>4</cp:revision>
  <dcterms:created xsi:type="dcterms:W3CDTF">2025-12-29T16:33:41Z</dcterms:created>
  <dcterms:modified xsi:type="dcterms:W3CDTF">2026-01-15T18:54:38Z</dcterms:modified>
</cp:coreProperties>
</file>